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1" r:id="rId6"/>
    <p:sldId id="262" r:id="rId7"/>
    <p:sldId id="263" r:id="rId8"/>
    <p:sldId id="264" r:id="rId9"/>
    <p:sldId id="26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3" d="100"/>
          <a:sy n="53" d="100"/>
        </p:scale>
        <p:origin x="84" y="10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E655792-2A8F-4A30-864C-0838329B221C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E7D33C0-94FA-4F60-8463-C9A6730412A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0114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55792-2A8F-4A30-864C-0838329B221C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D33C0-94FA-4F60-8463-C9A6730412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976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55792-2A8F-4A30-864C-0838329B221C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D33C0-94FA-4F60-8463-C9A6730412A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2217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55792-2A8F-4A30-864C-0838329B221C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D33C0-94FA-4F60-8463-C9A6730412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61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55792-2A8F-4A30-864C-0838329B221C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D33C0-94FA-4F60-8463-C9A6730412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334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55792-2A8F-4A30-864C-0838329B221C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D33C0-94FA-4F60-8463-C9A6730412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549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55792-2A8F-4A30-864C-0838329B221C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D33C0-94FA-4F60-8463-C9A6730412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236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55792-2A8F-4A30-864C-0838329B221C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D33C0-94FA-4F60-8463-C9A6730412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199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55792-2A8F-4A30-864C-0838329B221C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D33C0-94FA-4F60-8463-C9A6730412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075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55792-2A8F-4A30-864C-0838329B221C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D33C0-94FA-4F60-8463-C9A6730412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055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55792-2A8F-4A30-864C-0838329B221C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D33C0-94FA-4F60-8463-C9A6730412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62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9E655792-2A8F-4A30-864C-0838329B221C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1E7D33C0-94FA-4F60-8463-C9A6730412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593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86D204-82CD-CB8B-D349-DFD9117F3D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6641" y="980909"/>
            <a:ext cx="7364476" cy="2926080"/>
          </a:xfrm>
        </p:spPr>
        <p:txBody>
          <a:bodyPr/>
          <a:lstStyle/>
          <a:p>
            <a:r>
              <a:rPr lang="ru-RU" b="0" dirty="0" err="1"/>
              <a:t>Вехбе</a:t>
            </a:r>
            <a:r>
              <a:rPr lang="ru-RU" b="0" dirty="0"/>
              <a:t> Ахмад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7D8356A-4E6B-AFE4-FCA4-9811D17A52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7605" y="3906989"/>
            <a:ext cx="5662547" cy="1074814"/>
          </a:xfrm>
        </p:spPr>
        <p:txBody>
          <a:bodyPr>
            <a:normAutofit/>
          </a:bodyPr>
          <a:lstStyle/>
          <a:p>
            <a:r>
              <a:rPr lang="uk-UA" sz="3200" dirty="0"/>
              <a:t>Кандидат в президенти КЗ «ВЛ №10»</a:t>
            </a:r>
            <a:endParaRPr lang="en-US" sz="32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7F5B9EB-E301-70A0-8667-B9276146F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928" y="337019"/>
            <a:ext cx="3446784" cy="3433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1508664-F25E-ABB6-2EA2-65FBF527F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4004" y="-23602"/>
            <a:ext cx="2457995" cy="2719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C902641D-DC9B-D4F6-E0CA-8E85CB9D5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9961" y="4189566"/>
            <a:ext cx="2692037" cy="2692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>
            <a:extLst>
              <a:ext uri="{FF2B5EF4-FFF2-40B4-BE49-F238E27FC236}">
                <a16:creationId xmlns:a16="http://schemas.microsoft.com/office/drawing/2014/main" id="{A0B37700-F0C7-4862-7186-9FB7086B3F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0" y="4165963"/>
            <a:ext cx="2692037" cy="2692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8967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B764886-B79B-13A6-23CD-5B2DF147F8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3062" y="889004"/>
            <a:ext cx="4754880" cy="777240"/>
          </a:xfrm>
        </p:spPr>
        <p:txBody>
          <a:bodyPr>
            <a:normAutofit/>
          </a:bodyPr>
          <a:lstStyle/>
          <a:p>
            <a:pPr algn="ctr"/>
            <a:r>
              <a:rPr lang="uk-UA" sz="4400" dirty="0"/>
              <a:t>Основні цінності:</a:t>
            </a:r>
            <a:endParaRPr lang="en-US" sz="440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84F961B-4033-274E-8D76-5AAC006636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78429" y="2481578"/>
            <a:ext cx="4754880" cy="3383280"/>
          </a:xfrm>
        </p:spPr>
        <p:txBody>
          <a:bodyPr>
            <a:normAutofit/>
          </a:bodyPr>
          <a:lstStyle/>
          <a:p>
            <a:pPr fontAlgn="base"/>
            <a:r>
              <a:rPr lang="en-US" sz="4000" b="1" dirty="0"/>
              <a:t> </a:t>
            </a:r>
            <a:r>
              <a:rPr lang="uk-UA" sz="4000" b="1" dirty="0"/>
              <a:t>Сім</a:t>
            </a:r>
            <a:r>
              <a:rPr lang="en-US" sz="4000" b="1" dirty="0"/>
              <a:t>’</a:t>
            </a:r>
            <a:r>
              <a:rPr lang="uk-UA" sz="4000" b="1" dirty="0"/>
              <a:t>я</a:t>
            </a:r>
            <a:r>
              <a:rPr lang="en-US" sz="4000" b="1" dirty="0"/>
              <a:t>​</a:t>
            </a:r>
          </a:p>
          <a:p>
            <a:pPr fontAlgn="base"/>
            <a:r>
              <a:rPr lang="en-US" sz="4000" b="1" dirty="0"/>
              <a:t> </a:t>
            </a:r>
            <a:r>
              <a:rPr lang="uk-UA" sz="4000" b="1" dirty="0"/>
              <a:t>Дружба</a:t>
            </a:r>
            <a:r>
              <a:rPr lang="en-US" sz="4000" b="1" dirty="0"/>
              <a:t>​</a:t>
            </a:r>
          </a:p>
          <a:p>
            <a:pPr fontAlgn="base"/>
            <a:r>
              <a:rPr lang="en-US" sz="4000" b="1" dirty="0"/>
              <a:t> </a:t>
            </a:r>
            <a:r>
              <a:rPr lang="uk-UA" sz="4000" b="1" dirty="0"/>
              <a:t>Свобода </a:t>
            </a:r>
            <a:r>
              <a:rPr lang="en-US" sz="4000" b="1" dirty="0"/>
              <a:t>​</a:t>
            </a:r>
          </a:p>
          <a:p>
            <a:pPr fontAlgn="base"/>
            <a:r>
              <a:rPr lang="en-US" sz="4000" b="1" dirty="0"/>
              <a:t> </a:t>
            </a:r>
            <a:r>
              <a:rPr lang="uk-UA" sz="4000" b="1" dirty="0"/>
              <a:t>Духовність </a:t>
            </a:r>
            <a:endParaRPr lang="en-US" sz="4000" b="1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520BA9E-B5AF-01A0-01A7-21A89179E0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16189" y="889004"/>
            <a:ext cx="5345629" cy="777240"/>
          </a:xfrm>
        </p:spPr>
        <p:txBody>
          <a:bodyPr>
            <a:noAutofit/>
          </a:bodyPr>
          <a:lstStyle/>
          <a:p>
            <a:pPr algn="ctr"/>
            <a:r>
              <a:rPr lang="uk-UA" sz="4400" dirty="0"/>
              <a:t>Особисті принципи:</a:t>
            </a:r>
            <a:endParaRPr lang="en-US" sz="4400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EA145C6-C4EB-89C8-E891-221BD12317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6000" y="2481578"/>
            <a:ext cx="5345629" cy="3383280"/>
          </a:xfrm>
        </p:spPr>
        <p:txBody>
          <a:bodyPr>
            <a:noAutofit/>
          </a:bodyPr>
          <a:lstStyle/>
          <a:p>
            <a:pPr fontAlgn="base"/>
            <a:r>
              <a:rPr lang="en-US" sz="4000" b="1" dirty="0"/>
              <a:t> </a:t>
            </a:r>
            <a:r>
              <a:rPr lang="uk-UA" sz="4000" b="1" dirty="0"/>
              <a:t>Культура поведінки</a:t>
            </a:r>
            <a:r>
              <a:rPr lang="en-US" sz="4000" b="1" dirty="0"/>
              <a:t>​</a:t>
            </a:r>
          </a:p>
          <a:p>
            <a:pPr fontAlgn="base"/>
            <a:r>
              <a:rPr lang="en-US" sz="4000" b="1" dirty="0"/>
              <a:t> </a:t>
            </a:r>
            <a:r>
              <a:rPr lang="uk-UA" sz="4000" b="1" dirty="0"/>
              <a:t>Людяність</a:t>
            </a:r>
            <a:r>
              <a:rPr lang="en-US" sz="4000" b="1" dirty="0"/>
              <a:t>​</a:t>
            </a:r>
          </a:p>
          <a:p>
            <a:pPr fontAlgn="base"/>
            <a:r>
              <a:rPr lang="en-US" sz="4000" b="1" dirty="0"/>
              <a:t> </a:t>
            </a:r>
            <a:r>
              <a:rPr lang="uk-UA" sz="4000" b="1" dirty="0"/>
              <a:t>Самовдосконалення</a:t>
            </a:r>
            <a:r>
              <a:rPr lang="en-US" sz="4000" b="1" dirty="0"/>
              <a:t>​</a:t>
            </a:r>
          </a:p>
          <a:p>
            <a:pPr fontAlgn="base"/>
            <a:r>
              <a:rPr lang="en-US" sz="4000" b="1" dirty="0"/>
              <a:t> </a:t>
            </a:r>
            <a:r>
              <a:rPr lang="uk-UA" sz="4000" b="1" dirty="0"/>
              <a:t>Допомагати іншим</a:t>
            </a:r>
            <a:r>
              <a:rPr lang="en-US" sz="4000" b="1" dirty="0"/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3348715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6F392A-253D-E000-6B7C-A89D14853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0351" y="130302"/>
            <a:ext cx="9875520" cy="1356360"/>
          </a:xfrm>
        </p:spPr>
        <p:txBody>
          <a:bodyPr/>
          <a:lstStyle/>
          <a:p>
            <a:pPr algn="ctr"/>
            <a:r>
              <a:rPr lang="ru-RU" b="1" dirty="0"/>
              <a:t>Про мене: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F6F406-D3F5-0B84-9655-ED5FFCB78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43" y="1273302"/>
            <a:ext cx="10917936" cy="5029200"/>
          </a:xfrm>
        </p:spPr>
        <p:txBody>
          <a:bodyPr>
            <a:normAutofit lnSpcReduction="10000"/>
          </a:bodyPr>
          <a:lstStyle/>
          <a:p>
            <a:pPr fontAlgn="base"/>
            <a:r>
              <a:rPr lang="uk-UA" sz="3200" dirty="0"/>
              <a:t>Цікавлюсь астрономією та інформатикою</a:t>
            </a:r>
            <a:r>
              <a:rPr lang="en-US" sz="3200" dirty="0"/>
              <a:t>​</a:t>
            </a:r>
            <a:r>
              <a:rPr lang="uk-UA" sz="3200" dirty="0"/>
              <a:t>;</a:t>
            </a:r>
            <a:endParaRPr lang="en-US" sz="3200" dirty="0"/>
          </a:p>
          <a:p>
            <a:pPr fontAlgn="base"/>
            <a:r>
              <a:rPr lang="uk-UA" sz="3200" dirty="0"/>
              <a:t>Мені цікаво спілкуватись з людьми незалежно</a:t>
            </a:r>
            <a:r>
              <a:rPr lang="en-US" sz="3200" dirty="0"/>
              <a:t>​</a:t>
            </a:r>
            <a:r>
              <a:rPr lang="uk-UA" sz="3200" dirty="0"/>
              <a:t> від віку</a:t>
            </a:r>
            <a:r>
              <a:rPr lang="en-US" sz="3200" dirty="0"/>
              <a:t>​</a:t>
            </a:r>
            <a:r>
              <a:rPr lang="uk-UA" sz="3200" dirty="0"/>
              <a:t>;</a:t>
            </a:r>
            <a:endParaRPr lang="en-US" sz="3200" dirty="0"/>
          </a:p>
          <a:p>
            <a:pPr fontAlgn="base"/>
            <a:r>
              <a:rPr lang="uk-UA" sz="3200" dirty="0"/>
              <a:t>Легко знаходжу спільну мову та можу підтримати будь-яку бесіду;</a:t>
            </a:r>
          </a:p>
          <a:p>
            <a:pPr fontAlgn="base"/>
            <a:r>
              <a:rPr lang="uk-UA" sz="3200" dirty="0"/>
              <a:t>Багато подорожую. Моє дитинство пройшло за кордоном, але з першого класу</a:t>
            </a:r>
            <a:r>
              <a:rPr lang="en-US" sz="3200" dirty="0"/>
              <a:t>​</a:t>
            </a:r>
            <a:r>
              <a:rPr lang="uk-UA" sz="3200" dirty="0"/>
              <a:t> я навчаюся у Ліцеї №10;</a:t>
            </a:r>
          </a:p>
          <a:p>
            <a:pPr fontAlgn="base"/>
            <a:r>
              <a:rPr lang="uk-UA" sz="3200" dirty="0"/>
              <a:t> </a:t>
            </a:r>
            <a:r>
              <a:rPr lang="ru-RU" sz="3200" dirty="0"/>
              <a:t>Знаю </a:t>
            </a:r>
            <a:r>
              <a:rPr lang="ru-RU" sz="3200" dirty="0" err="1"/>
              <a:t>вподобання</a:t>
            </a:r>
            <a:r>
              <a:rPr lang="ru-RU" sz="3200" dirty="0"/>
              <a:t> як </a:t>
            </a:r>
            <a:r>
              <a:rPr lang="ru-RU" sz="3200" dirty="0" err="1"/>
              <a:t>однолітків</a:t>
            </a:r>
            <a:r>
              <a:rPr lang="ru-RU" sz="3200" dirty="0"/>
              <a:t>, так і </a:t>
            </a:r>
            <a:r>
              <a:rPr lang="ru-RU" sz="3200" dirty="0" err="1"/>
              <a:t>представників</a:t>
            </a:r>
            <a:r>
              <a:rPr lang="ru-RU" sz="3200" dirty="0"/>
              <a:t> </a:t>
            </a:r>
            <a:r>
              <a:rPr lang="ru-RU" sz="3200" dirty="0" err="1"/>
              <a:t>інших</a:t>
            </a:r>
            <a:r>
              <a:rPr lang="ru-RU" sz="3200" dirty="0"/>
              <a:t> </a:t>
            </a:r>
            <a:r>
              <a:rPr lang="ru-RU" sz="3200" dirty="0" err="1"/>
              <a:t>поколінь</a:t>
            </a:r>
            <a:r>
              <a:rPr lang="ru-RU" sz="3200" dirty="0"/>
              <a:t>;</a:t>
            </a:r>
          </a:p>
          <a:p>
            <a:pPr fontAlgn="base"/>
            <a:r>
              <a:rPr lang="uk-UA" sz="3200" dirty="0"/>
              <a:t>Маю багато хобі, наприклад: баскетбол, ліплення з глини або пластиліну, різні поробки з підручних матеріалів.</a:t>
            </a:r>
            <a:endParaRPr lang="en-US" sz="32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72669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333021-5D4B-E00F-0372-1CFA95982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0"/>
            <a:ext cx="9875520" cy="1356360"/>
          </a:xfrm>
        </p:spPr>
        <p:txBody>
          <a:bodyPr/>
          <a:lstStyle/>
          <a:p>
            <a:pPr algn="ctr"/>
            <a:r>
              <a:rPr lang="uk-UA" b="1" dirty="0"/>
              <a:t>Історія та традиції школи​</a:t>
            </a:r>
            <a:endParaRPr lang="en-US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49C768-4D13-6948-F861-02217FF530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576" y="1243584"/>
            <a:ext cx="11356848" cy="5614416"/>
          </a:xfrm>
        </p:spPr>
        <p:txBody>
          <a:bodyPr>
            <a:normAutofit lnSpcReduction="10000"/>
          </a:bodyPr>
          <a:lstStyle/>
          <a:p>
            <a:pPr marL="45720" indent="0" algn="just" fontAlgn="base">
              <a:buNone/>
            </a:pPr>
            <a:r>
              <a:rPr lang="uk-UA" sz="2400" dirty="0"/>
              <a:t>Наша школа пережила складні часи  в періоди розвитку міста та країни за часів 90-их та 2000-их. Однак, поступовий розвиток завдяки директору, вчительському колективу, та міській адміністрації перетворив її на одну із найкомфортніших шкіл у нашому місті.</a:t>
            </a:r>
            <a:endParaRPr lang="en-US" sz="2400" dirty="0"/>
          </a:p>
          <a:p>
            <a:pPr marL="45720" indent="0" algn="ctr" fontAlgn="base">
              <a:buNone/>
            </a:pPr>
            <a:r>
              <a:rPr lang="uk-UA" sz="4000" b="1" dirty="0"/>
              <a:t>Хочу запропонувати:</a:t>
            </a:r>
            <a:r>
              <a:rPr lang="en-US" sz="4000" b="1" dirty="0"/>
              <a:t>​</a:t>
            </a:r>
          </a:p>
          <a:p>
            <a:pPr algn="just" fontAlgn="base"/>
            <a:r>
              <a:rPr lang="uk-UA" sz="3000" dirty="0"/>
              <a:t>Тиждень</a:t>
            </a:r>
            <a:r>
              <a:rPr lang="en-US" sz="3000" dirty="0"/>
              <a:t> </a:t>
            </a:r>
            <a:r>
              <a:rPr lang="uk-UA" sz="3000" dirty="0"/>
              <a:t>«Історичний крок в школу №10 до ліцею №10» </a:t>
            </a:r>
            <a:r>
              <a:rPr lang="en-US" sz="3000" dirty="0"/>
              <a:t>​</a:t>
            </a:r>
          </a:p>
          <a:p>
            <a:pPr algn="just" fontAlgn="base"/>
            <a:r>
              <a:rPr lang="uk-UA" sz="3000" dirty="0"/>
              <a:t>Під час цього тижня запрошувати людей причетних до історії школи.</a:t>
            </a:r>
            <a:r>
              <a:rPr lang="en-US" sz="3000" dirty="0"/>
              <a:t>​</a:t>
            </a:r>
          </a:p>
          <a:p>
            <a:pPr algn="just" fontAlgn="base"/>
            <a:r>
              <a:rPr lang="uk-UA" sz="3000" dirty="0"/>
              <a:t>За можливістю і наявністю старих шкільних фото, розвішувати їх по периметру ліцею.</a:t>
            </a:r>
            <a:r>
              <a:rPr lang="en-US" sz="3000" dirty="0"/>
              <a:t>​</a:t>
            </a:r>
          </a:p>
          <a:p>
            <a:pPr algn="just" fontAlgn="base"/>
            <a:r>
              <a:rPr lang="uk-UA" sz="3000" dirty="0"/>
              <a:t>Протягом тижня збирати класи та проводити екскурсію по історичним локаціям.</a:t>
            </a:r>
            <a:endParaRPr lang="en-US" sz="3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479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5051B0-72FD-0A16-007D-9409380D0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89941"/>
            <a:ext cx="9875520" cy="926592"/>
          </a:xfrm>
        </p:spPr>
        <p:txBody>
          <a:bodyPr/>
          <a:lstStyle/>
          <a:p>
            <a:pPr algn="ctr"/>
            <a:r>
              <a:rPr lang="uk-UA" b="1" dirty="0"/>
              <a:t>Ініціативи для учнів​</a:t>
            </a:r>
            <a:endParaRPr lang="en-US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7497994-D63E-75EF-7A16-7E4D9810B3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799" y="1216533"/>
            <a:ext cx="4754880" cy="777240"/>
          </a:xfrm>
        </p:spPr>
        <p:txBody>
          <a:bodyPr>
            <a:normAutofit/>
          </a:bodyPr>
          <a:lstStyle/>
          <a:p>
            <a:pPr algn="ctr"/>
            <a:r>
              <a:rPr lang="uk-UA" sz="3600" dirty="0"/>
              <a:t>Ідея</a:t>
            </a:r>
            <a:r>
              <a:rPr lang="uk-UA" sz="3200" dirty="0"/>
              <a:t>: </a:t>
            </a:r>
            <a:endParaRPr lang="en-US" sz="320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880D523-B5EC-5717-B521-692D20EC17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2148" y="1998913"/>
            <a:ext cx="5613852" cy="4569146"/>
          </a:xfrm>
        </p:spPr>
        <p:txBody>
          <a:bodyPr>
            <a:normAutofit/>
          </a:bodyPr>
          <a:lstStyle/>
          <a:p>
            <a:pPr fontAlgn="base"/>
            <a:r>
              <a:rPr lang="uk-UA" sz="3000" dirty="0"/>
              <a:t> Можливість спробувати себе у різних галузях;</a:t>
            </a:r>
            <a:endParaRPr lang="en-US" sz="3000" dirty="0"/>
          </a:p>
          <a:p>
            <a:pPr fontAlgn="base"/>
            <a:r>
              <a:rPr lang="uk-UA" sz="3000" dirty="0"/>
              <a:t> Можливість отримати досвід у різних аспектах життя;</a:t>
            </a:r>
            <a:r>
              <a:rPr lang="en-US" sz="3000" dirty="0"/>
              <a:t>​</a:t>
            </a:r>
          </a:p>
          <a:p>
            <a:pPr fontAlgn="base"/>
            <a:r>
              <a:rPr lang="uk-UA" sz="3000" dirty="0"/>
              <a:t> Можливість опанувати співпрацю в командах;</a:t>
            </a:r>
            <a:endParaRPr lang="en-US" sz="3000" dirty="0"/>
          </a:p>
          <a:p>
            <a:pPr fontAlgn="base"/>
            <a:r>
              <a:rPr lang="uk-UA" sz="3000" dirty="0"/>
              <a:t> Можливість спробувати щось нове та уявити своє майбутнє щоб знайти свій шлях.</a:t>
            </a:r>
            <a:r>
              <a:rPr lang="en-US" sz="3000" dirty="0"/>
              <a:t>​</a:t>
            </a:r>
          </a:p>
          <a:p>
            <a:endParaRPr lang="en-US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2A049BB-6494-6CF3-4460-A1153D15CC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51323" y="1219484"/>
            <a:ext cx="4754880" cy="777240"/>
          </a:xfrm>
        </p:spPr>
        <p:txBody>
          <a:bodyPr>
            <a:normAutofit/>
          </a:bodyPr>
          <a:lstStyle/>
          <a:p>
            <a:pPr algn="ctr"/>
            <a:r>
              <a:rPr lang="uk-UA" sz="3600" dirty="0"/>
              <a:t>Заходи</a:t>
            </a:r>
            <a:r>
              <a:rPr lang="uk-UA" sz="3200" dirty="0"/>
              <a:t>:</a:t>
            </a:r>
            <a:endParaRPr lang="en-US" sz="3200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D4DB0AC-4376-3CFD-14F6-A37939491E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54972" y="2236657"/>
            <a:ext cx="4754880" cy="3383280"/>
          </a:xfrm>
        </p:spPr>
        <p:txBody>
          <a:bodyPr>
            <a:normAutofit/>
          </a:bodyPr>
          <a:lstStyle/>
          <a:p>
            <a:pPr fontAlgn="base"/>
            <a:r>
              <a:rPr lang="uk-UA" sz="3000" dirty="0"/>
              <a:t> Спортивні турніри;</a:t>
            </a:r>
          </a:p>
          <a:p>
            <a:pPr fontAlgn="base"/>
            <a:r>
              <a:rPr lang="uk-UA" sz="3000" dirty="0"/>
              <a:t> Дні «без телефонів»;</a:t>
            </a:r>
          </a:p>
          <a:p>
            <a:pPr fontAlgn="base"/>
            <a:r>
              <a:rPr lang="uk-UA" sz="3000" dirty="0"/>
              <a:t> </a:t>
            </a:r>
            <a:r>
              <a:rPr lang="uk-UA" sz="3000" dirty="0" err="1"/>
              <a:t>Кіберспортивні</a:t>
            </a:r>
            <a:r>
              <a:rPr lang="uk-UA" sz="3000" dirty="0"/>
              <a:t> заходи;</a:t>
            </a:r>
            <a:endParaRPr lang="en-US" sz="3000" dirty="0"/>
          </a:p>
          <a:p>
            <a:pPr fontAlgn="base"/>
            <a:r>
              <a:rPr lang="uk-UA" sz="3000" dirty="0"/>
              <a:t> Соціальні </a:t>
            </a:r>
            <a:r>
              <a:rPr lang="uk-UA" sz="3000" dirty="0" err="1"/>
              <a:t>проекти</a:t>
            </a:r>
            <a:r>
              <a:rPr lang="uk-UA" sz="3000" dirty="0"/>
              <a:t> та </a:t>
            </a:r>
            <a:r>
              <a:rPr lang="uk-UA" sz="3000" dirty="0" err="1"/>
              <a:t>волонтерство</a:t>
            </a:r>
            <a:r>
              <a:rPr lang="uk-UA" sz="3000" dirty="0"/>
              <a:t> (еко-акції, культурні заходи)</a:t>
            </a:r>
            <a:endParaRPr lang="en-US" sz="3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91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8D2E48-9FAF-8D02-9391-C5BAB9406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282527"/>
            <a:ext cx="9875520" cy="777240"/>
          </a:xfrm>
        </p:spPr>
        <p:txBody>
          <a:bodyPr/>
          <a:lstStyle/>
          <a:p>
            <a:pPr algn="ctr"/>
            <a:r>
              <a:rPr lang="uk-UA" b="1" dirty="0"/>
              <a:t>Взаємоповага</a:t>
            </a:r>
            <a:endParaRPr lang="en-US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4A61B8E-BBBA-2A23-275B-682A4F1624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4904" y="1040542"/>
            <a:ext cx="1197864" cy="777240"/>
          </a:xfrm>
        </p:spPr>
        <p:txBody>
          <a:bodyPr>
            <a:normAutofit/>
          </a:bodyPr>
          <a:lstStyle/>
          <a:p>
            <a:r>
              <a:rPr lang="uk-UA" sz="3600" dirty="0"/>
              <a:t>Ідея:</a:t>
            </a:r>
            <a:endParaRPr lang="en-US" sz="360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0F4A320-964A-6E0B-77EC-5249BC229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29513" y="1156943"/>
            <a:ext cx="10515599" cy="1042416"/>
          </a:xfrm>
        </p:spPr>
        <p:txBody>
          <a:bodyPr>
            <a:noAutofit/>
          </a:bodyPr>
          <a:lstStyle/>
          <a:p>
            <a:pPr marL="45720" indent="0">
              <a:buNone/>
            </a:pPr>
            <a:r>
              <a:rPr lang="ru-RU" sz="3200" b="1" dirty="0" err="1"/>
              <a:t>Ліцей</a:t>
            </a:r>
            <a:r>
              <a:rPr lang="ru-RU" sz="3200" b="1" dirty="0"/>
              <a:t> — </a:t>
            </a:r>
            <a:r>
              <a:rPr lang="ru-RU" sz="3200" b="1" dirty="0" err="1"/>
              <a:t>це</a:t>
            </a:r>
            <a:r>
              <a:rPr lang="ru-RU" sz="3200" b="1" dirty="0"/>
              <a:t> </a:t>
            </a:r>
            <a:r>
              <a:rPr lang="ru-RU" sz="3200" b="1" dirty="0" err="1"/>
              <a:t>простір</a:t>
            </a:r>
            <a:r>
              <a:rPr lang="ru-RU" sz="3200" b="1" dirty="0"/>
              <a:t>, </a:t>
            </a:r>
            <a:r>
              <a:rPr lang="ru-RU" sz="3200" b="1" dirty="0" err="1"/>
              <a:t>куди</a:t>
            </a:r>
            <a:r>
              <a:rPr lang="ru-RU" sz="3200" b="1" dirty="0"/>
              <a:t> </a:t>
            </a:r>
            <a:r>
              <a:rPr lang="ru-RU" sz="3200" b="1" dirty="0" err="1"/>
              <a:t>дитина</a:t>
            </a:r>
            <a:r>
              <a:rPr lang="ru-RU" sz="3200" b="1" dirty="0"/>
              <a:t> </a:t>
            </a:r>
            <a:r>
              <a:rPr lang="ru-RU" sz="3200" b="1" dirty="0" err="1"/>
              <a:t>йде</a:t>
            </a:r>
            <a:r>
              <a:rPr lang="ru-RU" sz="3200" b="1" dirty="0"/>
              <a:t> з </a:t>
            </a:r>
            <a:r>
              <a:rPr lang="ru-RU" sz="3200" b="1" dirty="0" err="1"/>
              <a:t>усмішкою</a:t>
            </a:r>
            <a:r>
              <a:rPr lang="ru-RU" sz="3200" b="1" dirty="0"/>
              <a:t>, </a:t>
            </a:r>
            <a:r>
              <a:rPr lang="ru-RU" sz="3200" b="1" dirty="0" err="1"/>
              <a:t>відчуваючи</a:t>
            </a:r>
            <a:r>
              <a:rPr lang="ru-RU" sz="3200" b="1" dirty="0"/>
              <a:t> </a:t>
            </a:r>
            <a:r>
              <a:rPr lang="ru-RU" sz="3200" b="1" dirty="0" err="1"/>
              <a:t>підтримку</a:t>
            </a:r>
            <a:r>
              <a:rPr lang="ru-RU" sz="3200" b="1" dirty="0"/>
              <a:t> та </a:t>
            </a:r>
            <a:r>
              <a:rPr lang="ru-RU" sz="3200" b="1" dirty="0" err="1"/>
              <a:t>мотивацію</a:t>
            </a:r>
            <a:r>
              <a:rPr lang="ru-RU" sz="3200" b="1" dirty="0"/>
              <a:t> до </a:t>
            </a:r>
            <a:r>
              <a:rPr lang="ru-RU" sz="3200" b="1" dirty="0" err="1"/>
              <a:t>нових</a:t>
            </a:r>
            <a:r>
              <a:rPr lang="ru-RU" sz="3200" b="1" dirty="0"/>
              <a:t> </a:t>
            </a:r>
            <a:r>
              <a:rPr lang="ru-RU" sz="3200" b="1" dirty="0" err="1"/>
              <a:t>звершень</a:t>
            </a:r>
            <a:r>
              <a:rPr lang="ru-RU" sz="3200" b="1" dirty="0"/>
              <a:t>!</a:t>
            </a:r>
            <a:endParaRPr lang="en-US" sz="3200" b="1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88B0CE4-7F44-7F20-B171-63B650F011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64501" y="2575797"/>
            <a:ext cx="11062997" cy="3662738"/>
          </a:xfrm>
        </p:spPr>
        <p:txBody>
          <a:bodyPr>
            <a:normAutofit/>
          </a:bodyPr>
          <a:lstStyle/>
          <a:p>
            <a:pPr algn="just" fontAlgn="base"/>
            <a:r>
              <a:rPr lang="uk-UA" sz="3200" dirty="0"/>
              <a:t>  Підтримка вчителів через увагу, повагу та щирі ініціативи від учнів.</a:t>
            </a:r>
            <a:r>
              <a:rPr lang="en-US" sz="3200" dirty="0"/>
              <a:t>​</a:t>
            </a:r>
          </a:p>
          <a:p>
            <a:pPr algn="just" fontAlgn="base"/>
            <a:r>
              <a:rPr lang="uk-UA" sz="3200" dirty="0"/>
              <a:t>  Привітання, листівки, флешмоби та дні подяки педагогам.</a:t>
            </a:r>
            <a:r>
              <a:rPr lang="en-US" sz="3200" dirty="0"/>
              <a:t>​</a:t>
            </a:r>
          </a:p>
          <a:p>
            <a:pPr algn="just" fontAlgn="base"/>
            <a:r>
              <a:rPr lang="uk-UA" sz="3200" dirty="0"/>
              <a:t>  Зменшення конфліктів через діалог і взаєморозуміння.</a:t>
            </a:r>
            <a:r>
              <a:rPr lang="en-US" sz="3200" dirty="0"/>
              <a:t>​</a:t>
            </a:r>
          </a:p>
          <a:p>
            <a:pPr algn="just" fontAlgn="base"/>
            <a:r>
              <a:rPr lang="uk-UA" sz="3200" dirty="0"/>
              <a:t>  Спільні заходи без фінансових витрат для підняття настрою та командного духу.</a:t>
            </a:r>
            <a:r>
              <a:rPr lang="en-US" sz="3200" dirty="0"/>
              <a:t>​</a:t>
            </a:r>
          </a:p>
          <a:p>
            <a:pPr marL="45720" indent="0" algn="just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220443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3FFCD-F0A2-C4DE-D0E6-D8C709EF2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029D6E-3079-091C-1AFD-7CF24C3F2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282527"/>
            <a:ext cx="9875520" cy="777240"/>
          </a:xfrm>
        </p:spPr>
        <p:txBody>
          <a:bodyPr/>
          <a:lstStyle/>
          <a:p>
            <a:pPr algn="ctr"/>
            <a:r>
              <a:rPr lang="uk-UA" b="1" dirty="0"/>
              <a:t>Єдність ліцею​</a:t>
            </a:r>
            <a:endParaRPr lang="en-US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A81E47A-93E6-0591-09A4-3A8FE3637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4904" y="1040542"/>
            <a:ext cx="1197864" cy="777240"/>
          </a:xfrm>
        </p:spPr>
        <p:txBody>
          <a:bodyPr>
            <a:normAutofit/>
          </a:bodyPr>
          <a:lstStyle/>
          <a:p>
            <a:r>
              <a:rPr lang="uk-UA" sz="3600" dirty="0"/>
              <a:t>Ідея:</a:t>
            </a:r>
            <a:endParaRPr lang="en-US" sz="360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A059202-74EA-67C1-CEA6-F59845CCA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29513" y="1156943"/>
            <a:ext cx="10515599" cy="1042416"/>
          </a:xfrm>
        </p:spPr>
        <p:txBody>
          <a:bodyPr>
            <a:noAutofit/>
          </a:bodyPr>
          <a:lstStyle/>
          <a:p>
            <a:pPr marL="45720" indent="0" algn="just">
              <a:buNone/>
            </a:pPr>
            <a:r>
              <a:rPr lang="ru-RU" sz="3200" dirty="0" err="1"/>
              <a:t>Зробити</a:t>
            </a:r>
            <a:r>
              <a:rPr lang="ru-RU" sz="3200" dirty="0"/>
              <a:t> </a:t>
            </a:r>
            <a:r>
              <a:rPr lang="ru-RU" sz="3200" dirty="0" err="1"/>
              <a:t>ліцей</a:t>
            </a:r>
            <a:r>
              <a:rPr lang="ru-RU" sz="3200" dirty="0"/>
              <a:t> </a:t>
            </a:r>
            <a:r>
              <a:rPr lang="ru-RU" sz="3200" dirty="0" err="1"/>
              <a:t>місцем</a:t>
            </a:r>
            <a:r>
              <a:rPr lang="ru-RU" sz="3200" dirty="0"/>
              <a:t> </a:t>
            </a:r>
            <a:r>
              <a:rPr lang="ru-RU" sz="3200" dirty="0" err="1"/>
              <a:t>гордості</a:t>
            </a:r>
            <a:r>
              <a:rPr lang="ru-RU" sz="3200" dirty="0"/>
              <a:t>, </a:t>
            </a:r>
            <a:r>
              <a:rPr lang="ru-RU" sz="3200" dirty="0" err="1"/>
              <a:t>єдності</a:t>
            </a:r>
            <a:r>
              <a:rPr lang="ru-RU" sz="3200" dirty="0"/>
              <a:t> та активного </a:t>
            </a:r>
            <a:r>
              <a:rPr lang="ru-RU" sz="3200" dirty="0" err="1"/>
              <a:t>шкільного</a:t>
            </a:r>
            <a:r>
              <a:rPr lang="ru-RU" sz="3200" dirty="0"/>
              <a:t> </a:t>
            </a:r>
            <a:r>
              <a:rPr lang="ru-RU" sz="3200" dirty="0" err="1"/>
              <a:t>життя</a:t>
            </a:r>
            <a:r>
              <a:rPr lang="ru-RU" sz="3200" dirty="0"/>
              <a:t>. ​</a:t>
            </a:r>
            <a:endParaRPr lang="en-US" sz="3200" b="1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5CBCCA3-981D-8EE0-6B24-E5673287AC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74904" y="2296535"/>
            <a:ext cx="6823851" cy="4278938"/>
          </a:xfrm>
        </p:spPr>
        <p:txBody>
          <a:bodyPr>
            <a:normAutofit lnSpcReduction="10000"/>
          </a:bodyPr>
          <a:lstStyle/>
          <a:p>
            <a:pPr algn="just" fontAlgn="base"/>
            <a:r>
              <a:rPr lang="uk-UA" sz="3200" dirty="0"/>
              <a:t>Розвиток шкільного іміджу через соцмережі: фото, відео, історії подій.</a:t>
            </a:r>
            <a:r>
              <a:rPr lang="en-US" sz="3200" dirty="0"/>
              <a:t>​</a:t>
            </a:r>
          </a:p>
          <a:p>
            <a:pPr algn="just" fontAlgn="base"/>
            <a:r>
              <a:rPr lang="uk-UA" sz="3200" dirty="0"/>
              <a:t>Популяризація шкільних заходів, досягнень та ініціатив.</a:t>
            </a:r>
            <a:r>
              <a:rPr lang="en-US" sz="3200" dirty="0"/>
              <a:t>​</a:t>
            </a:r>
          </a:p>
          <a:p>
            <a:pPr algn="just" fontAlgn="base"/>
            <a:r>
              <a:rPr lang="uk-UA" sz="3200" dirty="0"/>
              <a:t>Об</a:t>
            </a:r>
            <a:r>
              <a:rPr lang="en-US" sz="3200" dirty="0"/>
              <a:t>’</a:t>
            </a:r>
            <a:r>
              <a:rPr lang="uk-UA" sz="3200" dirty="0"/>
              <a:t>єднання учнів різних класів через гуртки, проєкти та події.</a:t>
            </a:r>
            <a:r>
              <a:rPr lang="en-US" sz="3200" dirty="0"/>
              <a:t>​</a:t>
            </a:r>
          </a:p>
          <a:p>
            <a:pPr algn="just" fontAlgn="base"/>
            <a:r>
              <a:rPr lang="uk-UA" sz="3200" dirty="0"/>
              <a:t>Формування відчуття гордості за свій ліцей.</a:t>
            </a:r>
            <a:endParaRPr lang="en-US" sz="32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AECBA30-927D-6D64-835F-CE72BBEA9F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1692" y="1982374"/>
            <a:ext cx="4375404" cy="444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2636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A9AC0-B9B1-D5CF-386A-A047F6472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88CD6F-25F4-5BEF-9526-89A2DC32F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89941"/>
            <a:ext cx="9875520" cy="926592"/>
          </a:xfrm>
        </p:spPr>
        <p:txBody>
          <a:bodyPr/>
          <a:lstStyle/>
          <a:p>
            <a:pPr algn="ctr"/>
            <a:r>
              <a:rPr lang="uk-UA" b="1" dirty="0"/>
              <a:t>Реальні можливості​ президента</a:t>
            </a:r>
            <a:endParaRPr lang="en-US" b="1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BE84A12-FABD-C19D-AE51-7041B59E16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6541" y="1262634"/>
            <a:ext cx="11078917" cy="5074539"/>
          </a:xfrm>
        </p:spPr>
        <p:txBody>
          <a:bodyPr>
            <a:noAutofit/>
          </a:bodyPr>
          <a:lstStyle/>
          <a:p>
            <a:pPr algn="just" fontAlgn="base"/>
            <a:r>
              <a:rPr lang="uk-UA" sz="4400" dirty="0"/>
              <a:t> Бути голосом учнів ініціювати діалог з адміністрацією;</a:t>
            </a:r>
            <a:endParaRPr lang="en-US" sz="4400" dirty="0"/>
          </a:p>
          <a:p>
            <a:pPr algn="just" fontAlgn="base"/>
            <a:r>
              <a:rPr lang="uk-UA" sz="4400" dirty="0"/>
              <a:t> Пропонувати і реалізовувати культурні, творчі та спортивні ідеї;</a:t>
            </a:r>
            <a:endParaRPr lang="en-US" sz="4400" dirty="0"/>
          </a:p>
          <a:p>
            <a:pPr algn="just" fontAlgn="base"/>
            <a:r>
              <a:rPr lang="uk-UA" sz="4400" dirty="0"/>
              <a:t> Організовувати опитування та </a:t>
            </a:r>
            <a:r>
              <a:rPr lang="uk-UA" sz="4400"/>
              <a:t>учнівські збори; </a:t>
            </a:r>
            <a:r>
              <a:rPr lang="en-US" sz="4400" dirty="0"/>
              <a:t>​</a:t>
            </a:r>
          </a:p>
          <a:p>
            <a:pPr algn="just" fontAlgn="base"/>
            <a:r>
              <a:rPr lang="uk-UA" sz="4400" dirty="0"/>
              <a:t> Створювати позитивний клімат у школі.</a:t>
            </a:r>
            <a:r>
              <a:rPr lang="en-US" sz="4400" dirty="0"/>
              <a:t>​</a:t>
            </a:r>
          </a:p>
          <a:p>
            <a:pPr algn="just" fontAlgn="base"/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774262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BC5B2A-997D-C6CA-CAEA-D58786EF3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0351" y="262128"/>
            <a:ext cx="9875520" cy="816864"/>
          </a:xfrm>
        </p:spPr>
        <p:txBody>
          <a:bodyPr/>
          <a:lstStyle/>
          <a:p>
            <a:pPr algn="ctr"/>
            <a:r>
              <a:rPr lang="uk-UA" dirty="0"/>
              <a:t>Спільне майбутнє​</a:t>
            </a:r>
            <a:endParaRPr lang="en-US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B2B528-3283-C23C-02AA-4B0D1D78B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24" y="1078992"/>
            <a:ext cx="11356848" cy="5340096"/>
          </a:xfrm>
        </p:spPr>
        <p:txBody>
          <a:bodyPr>
            <a:noAutofit/>
          </a:bodyPr>
          <a:lstStyle/>
          <a:p>
            <a:pPr marL="45720" indent="0" algn="ctr" fontAlgn="base">
              <a:buNone/>
            </a:pPr>
            <a:r>
              <a:rPr lang="uk-UA" sz="3600" b="1" dirty="0"/>
              <a:t>Моя мрія </a:t>
            </a:r>
            <a:r>
              <a:rPr lang="uk-UA" sz="3600" dirty="0"/>
              <a:t>– ліцей, де підтримують кожного!</a:t>
            </a:r>
            <a:r>
              <a:rPr lang="en-US" sz="3600" dirty="0"/>
              <a:t>​</a:t>
            </a:r>
          </a:p>
          <a:p>
            <a:pPr marL="45720" indent="0" algn="ctr" fontAlgn="base">
              <a:buNone/>
            </a:pPr>
            <a:r>
              <a:rPr lang="ru-RU" sz="3600" b="1" dirty="0"/>
              <a:t>Моя мета </a:t>
            </a:r>
            <a:r>
              <a:rPr lang="ru-RU" sz="3600" dirty="0"/>
              <a:t>— </a:t>
            </a:r>
            <a:r>
              <a:rPr lang="ru-RU" sz="3600" dirty="0" err="1"/>
              <a:t>розвивати</a:t>
            </a:r>
            <a:r>
              <a:rPr lang="ru-RU" sz="3600" dirty="0"/>
              <a:t> </a:t>
            </a:r>
            <a:r>
              <a:rPr lang="ru-RU" sz="3600" dirty="0" err="1"/>
              <a:t>ліцей</a:t>
            </a:r>
            <a:r>
              <a:rPr lang="ru-RU" sz="3600" dirty="0"/>
              <a:t>, </a:t>
            </a:r>
            <a:r>
              <a:rPr lang="ru-RU" sz="3600" dirty="0" err="1"/>
              <a:t>зберігаючи</a:t>
            </a:r>
            <a:r>
              <a:rPr lang="ru-RU" sz="3600" dirty="0"/>
              <a:t> </a:t>
            </a:r>
            <a:r>
              <a:rPr lang="ru-RU" sz="3600" dirty="0" err="1"/>
              <a:t>його</a:t>
            </a:r>
            <a:r>
              <a:rPr lang="ru-RU" sz="3600" dirty="0"/>
              <a:t> </a:t>
            </a:r>
            <a:r>
              <a:rPr lang="ru-RU" sz="3600" dirty="0" err="1"/>
              <a:t>традиції</a:t>
            </a:r>
            <a:r>
              <a:rPr lang="ru-RU" sz="3600" dirty="0"/>
              <a:t> та </a:t>
            </a:r>
            <a:r>
              <a:rPr lang="ru-RU" sz="3600" dirty="0" err="1"/>
              <a:t>працюючи</a:t>
            </a:r>
            <a:r>
              <a:rPr lang="ru-RU" sz="3600" dirty="0"/>
              <a:t> в </a:t>
            </a:r>
            <a:r>
              <a:rPr lang="ru-RU" sz="3600" dirty="0" err="1"/>
              <a:t>єдиній</a:t>
            </a:r>
            <a:r>
              <a:rPr lang="ru-RU" sz="3600" dirty="0"/>
              <a:t> </a:t>
            </a:r>
            <a:r>
              <a:rPr lang="ru-RU" sz="3600" dirty="0" err="1"/>
              <a:t>команді</a:t>
            </a:r>
            <a:r>
              <a:rPr lang="ru-RU" sz="3600" dirty="0"/>
              <a:t> з </a:t>
            </a:r>
            <a:r>
              <a:rPr lang="ru-RU" sz="3600" dirty="0" err="1"/>
              <a:t>адміністрацією</a:t>
            </a:r>
            <a:r>
              <a:rPr lang="ru-RU" sz="3600" dirty="0"/>
              <a:t>, педагогами та </a:t>
            </a:r>
            <a:r>
              <a:rPr lang="ru-RU" sz="3600" dirty="0" err="1"/>
              <a:t>учнівством</a:t>
            </a:r>
            <a:r>
              <a:rPr lang="en-US" sz="3600" dirty="0"/>
              <a:t>​</a:t>
            </a:r>
            <a:r>
              <a:rPr lang="uk-UA" sz="3600" dirty="0"/>
              <a:t>!</a:t>
            </a:r>
          </a:p>
          <a:p>
            <a:pPr marL="45720" indent="0" algn="ctr" fontAlgn="base">
              <a:buNone/>
            </a:pPr>
            <a:endParaRPr lang="en-US" sz="3600" dirty="0"/>
          </a:p>
          <a:p>
            <a:pPr marL="45720" indent="0" algn="ctr" fontAlgn="base">
              <a:buNone/>
            </a:pPr>
            <a:r>
              <a:rPr lang="uk-UA" sz="3600" dirty="0"/>
              <a:t>«</a:t>
            </a:r>
            <a:r>
              <a:rPr lang="ru-RU" sz="5400" dirty="0" err="1"/>
              <a:t>Твій</a:t>
            </a:r>
            <a:r>
              <a:rPr lang="ru-RU" sz="5400" dirty="0"/>
              <a:t> голос — </a:t>
            </a:r>
            <a:r>
              <a:rPr lang="ru-RU" sz="5400" dirty="0" err="1"/>
              <a:t>це</a:t>
            </a:r>
            <a:r>
              <a:rPr lang="ru-RU" sz="5400" dirty="0"/>
              <a:t> наш </a:t>
            </a:r>
            <a:r>
              <a:rPr lang="ru-RU" sz="5400" dirty="0" err="1"/>
              <a:t>спільний</a:t>
            </a:r>
            <a:r>
              <a:rPr lang="ru-RU" sz="5400" dirty="0"/>
              <a:t> </a:t>
            </a:r>
            <a:r>
              <a:rPr lang="ru-RU" sz="5400" dirty="0" err="1"/>
              <a:t>успіх</a:t>
            </a:r>
            <a:r>
              <a:rPr lang="ru-RU" sz="5400" dirty="0"/>
              <a:t>. </a:t>
            </a:r>
            <a:r>
              <a:rPr lang="ru-RU" sz="5400" dirty="0" err="1"/>
              <a:t>Зробимо</a:t>
            </a:r>
            <a:r>
              <a:rPr lang="ru-RU" sz="5400" dirty="0"/>
              <a:t> </a:t>
            </a:r>
            <a:r>
              <a:rPr lang="ru-RU" sz="5400" dirty="0" err="1"/>
              <a:t>ліцей</a:t>
            </a:r>
            <a:r>
              <a:rPr lang="ru-RU" sz="5400" dirty="0"/>
              <a:t> </a:t>
            </a:r>
            <a:r>
              <a:rPr lang="ru-RU" sz="5400" dirty="0" err="1"/>
              <a:t>місцем</a:t>
            </a:r>
            <a:r>
              <a:rPr lang="ru-RU" sz="5400" dirty="0"/>
              <a:t>, де </a:t>
            </a:r>
            <a:r>
              <a:rPr lang="ru-RU" sz="5400" dirty="0" err="1"/>
              <a:t>цікаво</a:t>
            </a:r>
            <a:r>
              <a:rPr lang="ru-RU" sz="5400" dirty="0"/>
              <a:t> </a:t>
            </a:r>
            <a:r>
              <a:rPr lang="ru-RU" sz="5400" dirty="0" err="1"/>
              <a:t>навчатися</a:t>
            </a:r>
            <a:r>
              <a:rPr lang="ru-RU" sz="5400" dirty="0"/>
              <a:t> і круто </a:t>
            </a:r>
            <a:r>
              <a:rPr lang="ru-RU" sz="5400" dirty="0" err="1"/>
              <a:t>проводити</a:t>
            </a:r>
            <a:r>
              <a:rPr lang="ru-RU" sz="5400" dirty="0"/>
              <a:t> час!</a:t>
            </a:r>
            <a:r>
              <a:rPr lang="uk-UA" sz="5400" dirty="0"/>
              <a:t>»</a:t>
            </a:r>
            <a:endParaRPr lang="en-US" sz="5400" dirty="0"/>
          </a:p>
          <a:p>
            <a:pPr algn="ctr"/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636824419"/>
      </p:ext>
    </p:extLst>
  </p:cSld>
  <p:clrMapOvr>
    <a:masterClrMapping/>
  </p:clrMapOvr>
</p:sld>
</file>

<file path=ppt/theme/theme1.xml><?xml version="1.0" encoding="utf-8"?>
<a:theme xmlns:a="http://schemas.openxmlformats.org/drawingml/2006/main" name="Базис">
  <a:themeElements>
    <a:clrScheme name="Базис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Базис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Базис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TM03457444[[fn=Базис]]</Template>
  <TotalTime>60</TotalTime>
  <Words>531</Words>
  <Application>Microsoft Office PowerPoint</Application>
  <PresentationFormat>Широкоэкранный</PresentationFormat>
  <Paragraphs>61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Arial</vt:lpstr>
      <vt:lpstr>Corbel</vt:lpstr>
      <vt:lpstr>Базис</vt:lpstr>
      <vt:lpstr>Вехбе Ахмад</vt:lpstr>
      <vt:lpstr>Презентация PowerPoint</vt:lpstr>
      <vt:lpstr>Про мене:</vt:lpstr>
      <vt:lpstr>Історія та традиції школи​</vt:lpstr>
      <vt:lpstr>Ініціативи для учнів​</vt:lpstr>
      <vt:lpstr>Взаємоповага</vt:lpstr>
      <vt:lpstr>Єдність ліцею​</vt:lpstr>
      <vt:lpstr>Реальні можливості​ президента</vt:lpstr>
      <vt:lpstr>Спільне майбутнє​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2026-01-28T16:28:13Z</dcterms:created>
  <dcterms:modified xsi:type="dcterms:W3CDTF">2026-01-28T17:28:19Z</dcterms:modified>
</cp:coreProperties>
</file>