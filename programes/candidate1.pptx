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60" r:id="rId7"/>
    <p:sldId id="265" r:id="rId8"/>
    <p:sldId id="261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4BC9"/>
    <a:srgbClr val="7BEBD8"/>
    <a:srgbClr val="8335E5"/>
    <a:srgbClr val="6B8DE1"/>
    <a:srgbClr val="6C92E1"/>
    <a:srgbClr val="6313DC"/>
    <a:srgbClr val="1E3ADA"/>
    <a:srgbClr val="030553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B997A-7F13-4F21-94AB-96F83B8DE0AE}" v="3" dt="2026-01-24T12:40:48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147" d="100"/>
          <a:sy n="147" d="100"/>
        </p:scale>
        <p:origin x="120" y="120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митрий Пон" userId="3b10185dd53ca1e2" providerId="LiveId" clId="{EA5616CB-E7C8-46AF-BC50-95FDAD269B6D}"/>
    <pc:docChg chg="undo custSel modSld">
      <pc:chgData name="Дмитрий Пон" userId="3b10185dd53ca1e2" providerId="LiveId" clId="{EA5616CB-E7C8-46AF-BC50-95FDAD269B6D}" dt="2026-01-24T12:44:01.066" v="30" actId="20577"/>
      <pc:docMkLst>
        <pc:docMk/>
      </pc:docMkLst>
      <pc:sldChg chg="modSp mod">
        <pc:chgData name="Дмитрий Пон" userId="3b10185dd53ca1e2" providerId="LiveId" clId="{EA5616CB-E7C8-46AF-BC50-95FDAD269B6D}" dt="2026-01-24T12:44:01.066" v="30" actId="20577"/>
        <pc:sldMkLst>
          <pc:docMk/>
          <pc:sldMk cId="285523832" sldId="258"/>
        </pc:sldMkLst>
        <pc:spChg chg="mod">
          <ac:chgData name="Дмитрий Пон" userId="3b10185dd53ca1e2" providerId="LiveId" clId="{EA5616CB-E7C8-46AF-BC50-95FDAD269B6D}" dt="2026-01-24T12:44:01.066" v="30" actId="20577"/>
          <ac:spMkLst>
            <pc:docMk/>
            <pc:sldMk cId="285523832" sldId="258"/>
            <ac:spMk id="10" creationId="{B00C2221-E8A7-47E0-B2B2-5A6A32F96791}"/>
          </ac:spMkLst>
        </pc:spChg>
      </pc:sldChg>
      <pc:sldChg chg="addSp delSp modSp mod">
        <pc:chgData name="Дмитрий Пон" userId="3b10185dd53ca1e2" providerId="LiveId" clId="{EA5616CB-E7C8-46AF-BC50-95FDAD269B6D}" dt="2026-01-24T12:41:48.819" v="28" actId="1076"/>
        <pc:sldMkLst>
          <pc:docMk/>
          <pc:sldMk cId="3740025391" sldId="261"/>
        </pc:sldMkLst>
        <pc:spChg chg="add mod">
          <ac:chgData name="Дмитрий Пон" userId="3b10185dd53ca1e2" providerId="LiveId" clId="{EA5616CB-E7C8-46AF-BC50-95FDAD269B6D}" dt="2026-01-24T12:41:43.435" v="27" actId="14100"/>
          <ac:spMkLst>
            <pc:docMk/>
            <pc:sldMk cId="3740025391" sldId="261"/>
            <ac:spMk id="3" creationId="{1801D88F-D959-BC6A-89A2-00034E2BFCC3}"/>
          </ac:spMkLst>
        </pc:spChg>
        <pc:spChg chg="mod">
          <ac:chgData name="Дмитрий Пон" userId="3b10185dd53ca1e2" providerId="LiveId" clId="{EA5616CB-E7C8-46AF-BC50-95FDAD269B6D}" dt="2026-01-24T12:38:36.325" v="1" actId="1076"/>
          <ac:spMkLst>
            <pc:docMk/>
            <pc:sldMk cId="3740025391" sldId="261"/>
            <ac:spMk id="57" creationId="{E201D585-E178-408E-A42A-A9FD198C4747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76" creationId="{17CD577B-CBE6-4837-A90F-4F36762E5332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77" creationId="{8BB81587-7777-4AE5-985D-5B14D33AD60C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78" creationId="{49EA0197-339C-4417-A18C-DC15037A9717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79" creationId="{203C108E-5283-4E7B-B970-0E4DF3AF3AEC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1" creationId="{895EA8D0-BBA4-4370-A965-F96A9EDD4249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2" creationId="{94D90E4F-09C7-44B0-9D11-E32A4A0208BC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3" creationId="{0D6D6DA1-3425-44CA-B1CB-B326D2C50D5D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4" creationId="{A25CE64B-B92A-4562-B048-0FA2A21CB7F4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5" creationId="{80861AE6-B038-4B8C-9EF0-109DEB591A97}"/>
          </ac:spMkLst>
        </pc:spChg>
        <pc:spChg chg="mod">
          <ac:chgData name="Дмитрий Пон" userId="3b10185dd53ca1e2" providerId="LiveId" clId="{EA5616CB-E7C8-46AF-BC50-95FDAD269B6D}" dt="2026-01-24T12:40:07.085" v="11" actId="1076"/>
          <ac:spMkLst>
            <pc:docMk/>
            <pc:sldMk cId="3740025391" sldId="261"/>
            <ac:spMk id="189" creationId="{ED368EF9-22A8-4990-9D2E-549C76157C0F}"/>
          </ac:spMkLst>
        </pc:spChg>
        <pc:picChg chg="add del mod">
          <ac:chgData name="Дмитрий Пон" userId="3b10185dd53ca1e2" providerId="LiveId" clId="{EA5616CB-E7C8-46AF-BC50-95FDAD269B6D}" dt="2026-01-24T12:40:33.504" v="15" actId="21"/>
          <ac:picMkLst>
            <pc:docMk/>
            <pc:sldMk cId="3740025391" sldId="261"/>
            <ac:picMk id="6" creationId="{4179530A-1820-C951-5ECB-A080DF7A3BC9}"/>
          </ac:picMkLst>
        </pc:picChg>
        <pc:picChg chg="add mod">
          <ac:chgData name="Дмитрий Пон" userId="3b10185dd53ca1e2" providerId="LiveId" clId="{EA5616CB-E7C8-46AF-BC50-95FDAD269B6D}" dt="2026-01-24T12:41:14.668" v="24" actId="1076"/>
          <ac:picMkLst>
            <pc:docMk/>
            <pc:sldMk cId="3740025391" sldId="261"/>
            <ac:picMk id="8" creationId="{14F6A796-F3E4-7AF0-E67E-E3B6CB85FFC1}"/>
          </ac:picMkLst>
        </pc:picChg>
        <pc:picChg chg="mod">
          <ac:chgData name="Дмитрий Пон" userId="3b10185dd53ca1e2" providerId="LiveId" clId="{EA5616CB-E7C8-46AF-BC50-95FDAD269B6D}" dt="2026-01-24T12:41:48.819" v="28" actId="1076"/>
          <ac:picMkLst>
            <pc:docMk/>
            <pc:sldMk cId="3740025391" sldId="261"/>
            <ac:picMk id="31" creationId="{C839A5F1-BC84-43F7-0641-E3E263F04B2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6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8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814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299698" y="3766325"/>
            <a:ext cx="574888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uk-UA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МОЄ БАЧЕННЯ ШКОЛИ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431949" y="4509935"/>
            <a:ext cx="474643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uk-UA" sz="20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Місце, де навчання і настрій ідуть разом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25755" y="-2833465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83821" y="505080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uk-UA" sz="32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Номінація місяця</a:t>
            </a:r>
            <a:endParaRPr lang="en-US" sz="3200" b="1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229" y="0"/>
            <a:ext cx="0" cy="69844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8433" y="1881815"/>
            <a:ext cx="4201583" cy="2659177"/>
            <a:chOff x="518433" y="1692049"/>
            <a:chExt cx="4201583" cy="265917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692049"/>
              <a:ext cx="4201583" cy="492443"/>
              <a:chOff x="518433" y="1851126"/>
              <a:chExt cx="4201583" cy="492443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200103" y="1851126"/>
                <a:ext cx="3519913" cy="49244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uk-UA" sz="16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Відзначаємо учнів, які створюють позитив і настрій у школі.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775416"/>
              <a:ext cx="4201583" cy="492443"/>
              <a:chOff x="518433" y="2717554"/>
              <a:chExt cx="4201583" cy="492443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847627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83821" y="2717554"/>
                <a:ext cx="3536195" cy="49244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uk-UA" sz="16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Нові номінації щомісяця – від «добра душа» до «творчий геній».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3858783"/>
              <a:ext cx="4201583" cy="492443"/>
              <a:chOff x="518433" y="3597907"/>
              <a:chExt cx="4201583" cy="492443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3727980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83821" y="3597907"/>
                <a:ext cx="3536195" cy="49244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uk-UA" sz="16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Імена переможців розміщуються на дошці біля входу.</a:t>
                </a:r>
              </a:p>
            </p:txBody>
          </p:sp>
        </p:grpSp>
      </p:grpSp>
      <p:grpSp>
        <p:nvGrpSpPr>
          <p:cNvPr id="62" name="Group 61" descr="This image is a woman's hand writing on a piece of paper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2</a:t>
            </a:r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9C08362-5A73-4AB7-8811-DC216428D42D}"/>
              </a:ext>
            </a:extLst>
          </p:cNvPr>
          <p:cNvSpPr/>
          <p:nvPr/>
        </p:nvSpPr>
        <p:spPr>
          <a:xfrm>
            <a:off x="9568385" y="4297363"/>
            <a:ext cx="2193507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uk-UA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Простір, де кожен може залишити думку, малюнок чи ідею</a:t>
            </a:r>
          </a:p>
        </p:txBody>
      </p:sp>
      <p:grpSp>
        <p:nvGrpSpPr>
          <p:cNvPr id="40" name="Group 39" descr="This image is an icon of 1 person interacting with three people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366543" y="1384299"/>
            <a:ext cx="1273175" cy="1271588"/>
            <a:chOff x="5459606" y="1404153"/>
            <a:chExt cx="1273175" cy="1271588"/>
          </a:xfrm>
        </p:grpSpPr>
        <p:sp>
          <p:nvSpPr>
            <p:cNvPr id="34" name="Oval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606" y="140415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</p:grpSpPr>
          <p:sp>
            <p:nvSpPr>
              <p:cNvPr id="154" name="Oval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5" name="Freeform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6" name="Oval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7" name="Freeform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8" name="Oval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9" name="Freeform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0" name="Oval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1" name="Freeform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2" name="Oval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3" name="Freeform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4" name="Freeform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5" name="Li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41" name="Group 40" descr="This image is an icon of three people interacting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2857518" y="4068763"/>
            <a:ext cx="1397000" cy="1397000"/>
            <a:chOff x="3438525" y="2143125"/>
            <a:chExt cx="1397000" cy="1397000"/>
          </a:xfrm>
        </p:grpSpPr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8" name="Freeform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9" name="Oval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0" name="Freeform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1" name="Freeform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2" name="Freeform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3" name="Oval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4" name="Freeform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5" name="Freeform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6" name="Freeform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7" name="Oval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8" name="Freeform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5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9" name="Li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0" name="Li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BA0C149-973C-4722-BF48-FF9DE9B8BC55}"/>
              </a:ext>
            </a:extLst>
          </p:cNvPr>
          <p:cNvSpPr/>
          <p:nvPr/>
        </p:nvSpPr>
        <p:spPr>
          <a:xfrm>
            <a:off x="1302113" y="4252437"/>
            <a:ext cx="1640093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uk-UA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Стінопис показує настрій і творчість нашої школи</a:t>
            </a:r>
          </a:p>
        </p:txBody>
      </p:sp>
      <p:grpSp>
        <p:nvGrpSpPr>
          <p:cNvPr id="27" name="Group 26" descr="This image is of a man seen from the back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Group 37" descr="This image is an icon of three people and a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7926771" y="4200049"/>
            <a:ext cx="1271588" cy="1273175"/>
            <a:chOff x="8229600" y="4162425"/>
            <a:chExt cx="1271588" cy="1273175"/>
          </a:xfrm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reeform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4" name="Freeform 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5" name="Freeform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6" name="Li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Li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Li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Oval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0" name="Oval 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1" name="Oval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2" name="Freeform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79BDC05-BA31-44EF-B695-331F1F3CEBCA}"/>
              </a:ext>
            </a:extLst>
          </p:cNvPr>
          <p:cNvSpPr/>
          <p:nvPr/>
        </p:nvSpPr>
        <p:spPr>
          <a:xfrm>
            <a:off x="4326301" y="583445"/>
            <a:ext cx="330601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uk-UA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Допомагає висловити себе та поділитися настроєм із іншими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5850468"/>
            <a:ext cx="359734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uk-UA" sz="2800" b="1" i="1" dirty="0">
                <a:solidFill>
                  <a:srgbClr val="7D4B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Творчий стінопис</a:t>
            </a:r>
            <a:endParaRPr lang="en-US" sz="2800" i="1" dirty="0">
              <a:solidFill>
                <a:srgbClr val="7D4B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EC06D0-1FB3-C23D-FDB6-C39EB1219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008" y="-1431927"/>
            <a:ext cx="5052483" cy="49755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75A058-B274-CC7C-5889-BE04CB6C8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258011">
            <a:off x="-887748" y="-833482"/>
            <a:ext cx="4031293" cy="396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3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887B900-0448-3541-E670-3CC2F651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084022">
            <a:off x="-392148" y="-641392"/>
            <a:ext cx="2043686" cy="2012570"/>
          </a:xfrm>
          <a:prstGeom prst="rect">
            <a:avLst/>
          </a:prstGeom>
        </p:spPr>
      </p:pic>
      <p:sp>
        <p:nvSpPr>
          <p:cNvPr id="53" name="Title 52" hidden="1">
            <a:extLst>
              <a:ext uri="{FF2B5EF4-FFF2-40B4-BE49-F238E27FC236}">
                <a16:creationId xmlns:a16="http://schemas.microsoft.com/office/drawing/2014/main" id="{6BCAF586-A14B-4A3B-A249-655ADDBB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AF7FE-5978-4B5F-90E1-044AC25EC230}"/>
              </a:ext>
            </a:extLst>
          </p:cNvPr>
          <p:cNvSpPr txBox="1"/>
          <p:nvPr/>
        </p:nvSpPr>
        <p:spPr>
          <a:xfrm>
            <a:off x="1636214" y="256015"/>
            <a:ext cx="5369219" cy="405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uk-UA" sz="32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Тематичний тиждень</a:t>
            </a:r>
            <a:endParaRPr lang="en-US" sz="3200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EAF3D-6FC9-46CB-B4A4-9B8CA760AE20}"/>
              </a:ext>
            </a:extLst>
          </p:cNvPr>
          <p:cNvSpPr txBox="1"/>
          <p:nvPr/>
        </p:nvSpPr>
        <p:spPr>
          <a:xfrm>
            <a:off x="934335" y="1089804"/>
            <a:ext cx="6326203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Однин тиждень на місяць присвячено культурі інших країн.</a:t>
            </a:r>
          </a:p>
          <a:p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Учні вивчають традицій, звичаї, історії та мистецтва.</a:t>
            </a:r>
          </a:p>
          <a:p>
            <a:endParaRPr lang="uk-U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Креативні образи будуть відзначенні на дошці.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D732C95-5F88-4013-B13B-3A9F05760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6781" y="3429000"/>
            <a:ext cx="4817676" cy="2416471"/>
            <a:chOff x="726781" y="3291989"/>
            <a:chExt cx="4817676" cy="241647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EFDBF9-3FF7-41D9-B79E-12A22F941417}"/>
                </a:ext>
              </a:extLst>
            </p:cNvPr>
            <p:cNvGrpSpPr/>
            <p:nvPr/>
          </p:nvGrpSpPr>
          <p:grpSpPr>
            <a:xfrm>
              <a:off x="755664" y="3291989"/>
              <a:ext cx="593945" cy="593205"/>
              <a:chOff x="5459412" y="1395413"/>
              <a:chExt cx="1273175" cy="1271588"/>
            </a:xfrm>
          </p:grpSpPr>
          <p:sp>
            <p:nvSpPr>
              <p:cNvPr id="7" name="Oval 26" descr="This image is an icon of one person interacting with three people.">
                <a:extLst>
                  <a:ext uri="{FF2B5EF4-FFF2-40B4-BE49-F238E27FC236}">
                    <a16:creationId xmlns:a16="http://schemas.microsoft.com/office/drawing/2014/main" id="{FBD1C069-BF74-4E4D-8790-D34807934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9412" y="1395413"/>
                <a:ext cx="1273175" cy="1271588"/>
              </a:xfrm>
              <a:prstGeom prst="ellipse">
                <a:avLst/>
              </a:prstGeom>
              <a:gradFill>
                <a:gsLst>
                  <a:gs pos="0">
                    <a:srgbClr val="7CEFD8"/>
                  </a:gs>
                  <a:gs pos="50000">
                    <a:srgbClr val="6672E4"/>
                  </a:gs>
                  <a:gs pos="100000">
                    <a:srgbClr val="882BE5"/>
                  </a:gs>
                </a:gsLst>
                <a:lin ang="78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A14590B-EBFC-4E01-B049-4B69FD257C40}"/>
                  </a:ext>
                </a:extLst>
              </p:cNvPr>
              <p:cNvGrpSpPr/>
              <p:nvPr/>
            </p:nvGrpSpPr>
            <p:grpSpPr>
              <a:xfrm>
                <a:off x="5781290" y="1569642"/>
                <a:ext cx="584970" cy="674403"/>
                <a:chOff x="2686050" y="2895601"/>
                <a:chExt cx="330200" cy="346075"/>
              </a:xfrm>
            </p:grpSpPr>
            <p:sp>
              <p:nvSpPr>
                <p:cNvPr id="9" name="Oval 309">
                  <a:extLst>
                    <a:ext uri="{FF2B5EF4-FFF2-40B4-BE49-F238E27FC236}">
                      <a16:creationId xmlns:a16="http://schemas.microsoft.com/office/drawing/2014/main" id="{5AEEE69E-56A2-4F76-959B-DBA45C4FF3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9875" y="2895601"/>
                  <a:ext cx="82550" cy="8255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" name="Freeform 310">
                  <a:extLst>
                    <a:ext uri="{FF2B5EF4-FFF2-40B4-BE49-F238E27FC236}">
                      <a16:creationId xmlns:a16="http://schemas.microsoft.com/office/drawing/2014/main" id="{874BDC66-65E6-4586-A008-2D699867BD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888" y="2978151"/>
                  <a:ext cx="134938" cy="66675"/>
                </a:xfrm>
                <a:custGeom>
                  <a:avLst/>
                  <a:gdLst>
                    <a:gd name="T0" fmla="*/ 36 w 36"/>
                    <a:gd name="T1" fmla="*/ 18 h 18"/>
                    <a:gd name="T2" fmla="*/ 0 w 36"/>
                    <a:gd name="T3" fmla="*/ 18 h 18"/>
                    <a:gd name="T4" fmla="*/ 18 w 36"/>
                    <a:gd name="T5" fmla="*/ 0 h 18"/>
                    <a:gd name="T6" fmla="*/ 36 w 36"/>
                    <a:gd name="T7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8">
                      <a:moveTo>
                        <a:pt x="36" y="18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8"/>
                        <a:pt x="8" y="0"/>
                        <a:pt x="18" y="0"/>
                      </a:cubicBezTo>
                      <a:cubicBezTo>
                        <a:pt x="28" y="0"/>
                        <a:pt x="36" y="8"/>
                        <a:pt x="36" y="18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" name="Oval 311">
                  <a:extLst>
                    <a:ext uri="{FF2B5EF4-FFF2-40B4-BE49-F238E27FC236}">
                      <a16:creationId xmlns:a16="http://schemas.microsoft.com/office/drawing/2014/main" id="{4D348DD5-AFBE-4257-8F13-C20C20DF55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8275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312">
                  <a:extLst>
                    <a:ext uri="{FF2B5EF4-FFF2-40B4-BE49-F238E27FC236}">
                      <a16:creationId xmlns:a16="http://schemas.microsoft.com/office/drawing/2014/main" id="{E2A473D4-97EB-49F3-A0DB-6CFDF78C95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050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Oval 313">
                  <a:extLst>
                    <a:ext uri="{FF2B5EF4-FFF2-40B4-BE49-F238E27FC236}">
                      <a16:creationId xmlns:a16="http://schemas.microsoft.com/office/drawing/2014/main" id="{5B12A1CA-047F-4806-8B0F-48E54DD739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3700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" name="Freeform 314">
                  <a:extLst>
                    <a:ext uri="{FF2B5EF4-FFF2-40B4-BE49-F238E27FC236}">
                      <a16:creationId xmlns:a16="http://schemas.microsoft.com/office/drawing/2014/main" id="{6A6BCFB1-C475-4115-A2C4-A04DCB8A0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475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Oval 315">
                  <a:extLst>
                    <a:ext uri="{FF2B5EF4-FFF2-40B4-BE49-F238E27FC236}">
                      <a16:creationId xmlns:a16="http://schemas.microsoft.com/office/drawing/2014/main" id="{6D7D7898-AB23-44CF-B4B7-14134CAAC0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3700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Freeform 316">
                  <a:extLst>
                    <a:ext uri="{FF2B5EF4-FFF2-40B4-BE49-F238E27FC236}">
                      <a16:creationId xmlns:a16="http://schemas.microsoft.com/office/drawing/2014/main" id="{D81FFC69-D74A-40D5-A6A1-41EE7BEDF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475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" name="Oval 317">
                  <a:extLst>
                    <a:ext uri="{FF2B5EF4-FFF2-40B4-BE49-F238E27FC236}">
                      <a16:creationId xmlns:a16="http://schemas.microsoft.com/office/drawing/2014/main" id="{F628086C-5658-4153-B087-AE51C20EA7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0988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" name="Freeform 318">
                  <a:extLst>
                    <a:ext uri="{FF2B5EF4-FFF2-40B4-BE49-F238E27FC236}">
                      <a16:creationId xmlns:a16="http://schemas.microsoft.com/office/drawing/2014/main" id="{6CB8EE4B-0598-47EC-88C7-44A258247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8763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" name="Freeform 319">
                  <a:extLst>
                    <a:ext uri="{FF2B5EF4-FFF2-40B4-BE49-F238E27FC236}">
                      <a16:creationId xmlns:a16="http://schemas.microsoft.com/office/drawing/2014/main" id="{722DB457-A03A-4844-B278-B3A7F306DF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8438" y="3074988"/>
                  <a:ext cx="225425" cy="15875"/>
                </a:xfrm>
                <a:custGeom>
                  <a:avLst/>
                  <a:gdLst>
                    <a:gd name="T0" fmla="*/ 0 w 142"/>
                    <a:gd name="T1" fmla="*/ 10 h 10"/>
                    <a:gd name="T2" fmla="*/ 0 w 142"/>
                    <a:gd name="T3" fmla="*/ 0 h 10"/>
                    <a:gd name="T4" fmla="*/ 142 w 142"/>
                    <a:gd name="T5" fmla="*/ 0 h 10"/>
                    <a:gd name="T6" fmla="*/ 142 w 142"/>
                    <a:gd name="T7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42" y="0"/>
                      </a:lnTo>
                      <a:lnTo>
                        <a:pt x="142" y="10"/>
                      </a:ln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" name="Line 320">
                  <a:extLst>
                    <a:ext uri="{FF2B5EF4-FFF2-40B4-BE49-F238E27FC236}">
                      <a16:creationId xmlns:a16="http://schemas.microsoft.com/office/drawing/2014/main" id="{1343E704-6E14-43FA-A430-466A296211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1150" y="3044826"/>
                  <a:ext cx="0" cy="46038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358996A-EA88-48BC-9B83-DE3A74596973}"/>
                </a:ext>
              </a:extLst>
            </p:cNvPr>
            <p:cNvGrpSpPr/>
            <p:nvPr/>
          </p:nvGrpSpPr>
          <p:grpSpPr>
            <a:xfrm>
              <a:off x="726781" y="4174000"/>
              <a:ext cx="651710" cy="651710"/>
              <a:chOff x="3438525" y="2143125"/>
              <a:chExt cx="1397000" cy="1397000"/>
            </a:xfrm>
          </p:grpSpPr>
          <p:sp>
            <p:nvSpPr>
              <p:cNvPr id="22" name="Freeform 25" descr="This image is an icon of three people interacting. ">
                <a:extLst>
                  <a:ext uri="{FF2B5EF4-FFF2-40B4-BE49-F238E27FC236}">
                    <a16:creationId xmlns:a16="http://schemas.microsoft.com/office/drawing/2014/main" id="{40B3D9E3-FB50-4DB5-9EC1-B0A5C8747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525" y="2143125"/>
                <a:ext cx="1397000" cy="1397000"/>
              </a:xfrm>
              <a:custGeom>
                <a:avLst/>
                <a:gdLst>
                  <a:gd name="T0" fmla="*/ 276 w 336"/>
                  <a:gd name="T1" fmla="*/ 276 h 336"/>
                  <a:gd name="T2" fmla="*/ 60 w 336"/>
                  <a:gd name="T3" fmla="*/ 276 h 336"/>
                  <a:gd name="T4" fmla="*/ 60 w 336"/>
                  <a:gd name="T5" fmla="*/ 60 h 336"/>
                  <a:gd name="T6" fmla="*/ 276 w 336"/>
                  <a:gd name="T7" fmla="*/ 60 h 336"/>
                  <a:gd name="T8" fmla="*/ 276 w 336"/>
                  <a:gd name="T9" fmla="*/ 27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" h="336">
                    <a:moveTo>
                      <a:pt x="276" y="276"/>
                    </a:moveTo>
                    <a:cubicBezTo>
                      <a:pt x="217" y="336"/>
                      <a:pt x="120" y="336"/>
                      <a:pt x="60" y="276"/>
                    </a:cubicBezTo>
                    <a:cubicBezTo>
                      <a:pt x="0" y="217"/>
                      <a:pt x="0" y="120"/>
                      <a:pt x="60" y="60"/>
                    </a:cubicBezTo>
                    <a:cubicBezTo>
                      <a:pt x="120" y="0"/>
                      <a:pt x="217" y="0"/>
                      <a:pt x="276" y="60"/>
                    </a:cubicBezTo>
                    <a:cubicBezTo>
                      <a:pt x="336" y="120"/>
                      <a:pt x="336" y="217"/>
                      <a:pt x="276" y="276"/>
                    </a:cubicBezTo>
                    <a:close/>
                  </a:path>
                </a:pathLst>
              </a:custGeom>
              <a:gradFill>
                <a:gsLst>
                  <a:gs pos="0">
                    <a:srgbClr val="7CEFD8"/>
                  </a:gs>
                  <a:gs pos="50000">
                    <a:srgbClr val="6672E4"/>
                  </a:gs>
                  <a:gs pos="100000">
                    <a:srgbClr val="882BE5"/>
                  </a:gs>
                </a:gsLst>
                <a:lin ang="78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0E448E9-8D3E-4E87-8BD9-BB0A5FCE4314}"/>
                  </a:ext>
                </a:extLst>
              </p:cNvPr>
              <p:cNvGrpSpPr/>
              <p:nvPr/>
            </p:nvGrpSpPr>
            <p:grpSpPr>
              <a:xfrm>
                <a:off x="3810316" y="2465099"/>
                <a:ext cx="613094" cy="674403"/>
                <a:chOff x="3398838" y="2895601"/>
                <a:chExt cx="346075" cy="346075"/>
              </a:xfrm>
            </p:grpSpPr>
            <p:sp>
              <p:nvSpPr>
                <p:cNvPr id="24" name="Freeform 49">
                  <a:extLst>
                    <a:ext uri="{FF2B5EF4-FFF2-40B4-BE49-F238E27FC236}">
                      <a16:creationId xmlns:a16="http://schemas.microsoft.com/office/drawing/2014/main" id="{900FD381-E04C-464E-9532-96CE76EC41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8838" y="2986089"/>
                  <a:ext cx="82550" cy="58738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Freeform 50">
                  <a:extLst>
                    <a:ext uri="{FF2B5EF4-FFF2-40B4-BE49-F238E27FC236}">
                      <a16:creationId xmlns:a16="http://schemas.microsoft.com/office/drawing/2014/main" id="{0AAA747D-35DC-4EE0-9D32-BF78DC5D6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7101" y="2986089"/>
                  <a:ext cx="82550" cy="58738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" name="Oval 51">
                  <a:extLst>
                    <a:ext uri="{FF2B5EF4-FFF2-40B4-BE49-F238E27FC236}">
                      <a16:creationId xmlns:a16="http://schemas.microsoft.com/office/drawing/2014/main" id="{503777B0-93DB-41FF-AF12-988F22D8E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9001" y="2895601"/>
                  <a:ext cx="90488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52">
                  <a:extLst>
                    <a:ext uri="{FF2B5EF4-FFF2-40B4-BE49-F238E27FC236}">
                      <a16:creationId xmlns:a16="http://schemas.microsoft.com/office/drawing/2014/main" id="{5BECC3A3-CC8C-45CE-B1CA-43711BF0D2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9001" y="2928939"/>
                  <a:ext cx="90488" cy="14288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53">
                  <a:extLst>
                    <a:ext uri="{FF2B5EF4-FFF2-40B4-BE49-F238E27FC236}">
                      <a16:creationId xmlns:a16="http://schemas.microsoft.com/office/drawing/2014/main" id="{B5171D60-1DF1-499A-9F39-FC24C343EC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4101" y="2986089"/>
                  <a:ext cx="82550" cy="58738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54">
                  <a:extLst>
                    <a:ext uri="{FF2B5EF4-FFF2-40B4-BE49-F238E27FC236}">
                      <a16:creationId xmlns:a16="http://schemas.microsoft.com/office/drawing/2014/main" id="{CFD9B5F6-AFF8-4993-89AE-D69E672105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2363" y="2986089"/>
                  <a:ext cx="82550" cy="58738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Oval 55">
                  <a:extLst>
                    <a:ext uri="{FF2B5EF4-FFF2-40B4-BE49-F238E27FC236}">
                      <a16:creationId xmlns:a16="http://schemas.microsoft.com/office/drawing/2014/main" id="{36BFA32B-FA26-4754-93F4-487DE832F5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4263" y="2895601"/>
                  <a:ext cx="90488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56">
                  <a:extLst>
                    <a:ext uri="{FF2B5EF4-FFF2-40B4-BE49-F238E27FC236}">
                      <a16:creationId xmlns:a16="http://schemas.microsoft.com/office/drawing/2014/main" id="{303EC14D-2E2D-4E85-BB11-A039F98B7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4263" y="2928939"/>
                  <a:ext cx="90488" cy="14288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57">
                  <a:extLst>
                    <a:ext uri="{FF2B5EF4-FFF2-40B4-BE49-F238E27FC236}">
                      <a16:creationId xmlns:a16="http://schemas.microsoft.com/office/drawing/2014/main" id="{E13CAB86-D647-424D-B8CD-E02875AB7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7263" y="3181351"/>
                  <a:ext cx="82550" cy="60325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8">
                  <a:extLst>
                    <a:ext uri="{FF2B5EF4-FFF2-40B4-BE49-F238E27FC236}">
                      <a16:creationId xmlns:a16="http://schemas.microsoft.com/office/drawing/2014/main" id="{B7261918-764A-4F85-9EEF-5EB3BA32E0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938" y="3181351"/>
                  <a:ext cx="82550" cy="60325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Oval 59">
                  <a:extLst>
                    <a:ext uri="{FF2B5EF4-FFF2-40B4-BE49-F238E27FC236}">
                      <a16:creationId xmlns:a16="http://schemas.microsoft.com/office/drawing/2014/main" id="{0E109123-F859-4F4E-8CD0-F7BB960AF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7426" y="3090864"/>
                  <a:ext cx="88900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0">
                  <a:extLst>
                    <a:ext uri="{FF2B5EF4-FFF2-40B4-BE49-F238E27FC236}">
                      <a16:creationId xmlns:a16="http://schemas.microsoft.com/office/drawing/2014/main" id="{4C0C0DDF-7D59-46B7-B96E-6172A73F8E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7426" y="3124201"/>
                  <a:ext cx="88900" cy="15875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Line 61">
                  <a:extLst>
                    <a:ext uri="{FF2B5EF4-FFF2-40B4-BE49-F238E27FC236}">
                      <a16:creationId xmlns:a16="http://schemas.microsoft.com/office/drawing/2014/main" id="{B11953D6-9857-4A56-A60D-A53A04E59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1226" y="3074989"/>
                  <a:ext cx="38100" cy="38100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62">
                  <a:extLst>
                    <a:ext uri="{FF2B5EF4-FFF2-40B4-BE49-F238E27FC236}">
                      <a16:creationId xmlns:a16="http://schemas.microsoft.com/office/drawing/2014/main" id="{1C2A1C5E-D452-4250-A462-D29A31FF5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54426" y="3074989"/>
                  <a:ext cx="38100" cy="38100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E196388-4F72-4D90-94F1-AEE1648035B5}"/>
                </a:ext>
              </a:extLst>
            </p:cNvPr>
            <p:cNvGrpSpPr/>
            <p:nvPr/>
          </p:nvGrpSpPr>
          <p:grpSpPr>
            <a:xfrm>
              <a:off x="756034" y="5114515"/>
              <a:ext cx="593205" cy="593945"/>
              <a:chOff x="2690812" y="4162425"/>
              <a:chExt cx="1271588" cy="1273175"/>
            </a:xfrm>
          </p:grpSpPr>
          <p:sp>
            <p:nvSpPr>
              <p:cNvPr id="39" name="Oval 24" descr="This image is an icon of three people and a globe.">
                <a:extLst>
                  <a:ext uri="{FF2B5EF4-FFF2-40B4-BE49-F238E27FC236}">
                    <a16:creationId xmlns:a16="http://schemas.microsoft.com/office/drawing/2014/main" id="{037EDB3C-87C4-4FA9-9513-4A8E2BA33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812" y="4162425"/>
                <a:ext cx="1271588" cy="1273175"/>
              </a:xfrm>
              <a:prstGeom prst="ellipse">
                <a:avLst/>
              </a:prstGeom>
              <a:gradFill>
                <a:gsLst>
                  <a:gs pos="0">
                    <a:srgbClr val="7CEFD8"/>
                  </a:gs>
                  <a:gs pos="50000">
                    <a:srgbClr val="6672E4"/>
                  </a:gs>
                  <a:gs pos="100000">
                    <a:srgbClr val="882BE5"/>
                  </a:gs>
                </a:gsLst>
                <a:lin ang="78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8E4B96B-58FD-4E6A-AF13-C5020615E0FE}"/>
                  </a:ext>
                </a:extLst>
              </p:cNvPr>
              <p:cNvGrpSpPr/>
              <p:nvPr/>
            </p:nvGrpSpPr>
            <p:grpSpPr>
              <a:xfrm>
                <a:off x="3011359" y="4426329"/>
                <a:ext cx="610282" cy="674403"/>
                <a:chOff x="4841875" y="2895601"/>
                <a:chExt cx="344488" cy="346075"/>
              </a:xfrm>
            </p:grpSpPr>
            <p:sp>
              <p:nvSpPr>
                <p:cNvPr id="41" name="Freeform 258">
                  <a:extLst>
                    <a:ext uri="{FF2B5EF4-FFF2-40B4-BE49-F238E27FC236}">
                      <a16:creationId xmlns:a16="http://schemas.microsoft.com/office/drawing/2014/main" id="{9171BF0F-A8C1-40E4-8B5E-018BF66350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6488" y="2895601"/>
                  <a:ext cx="195263" cy="195263"/>
                </a:xfrm>
                <a:custGeom>
                  <a:avLst/>
                  <a:gdLst>
                    <a:gd name="T0" fmla="*/ 52 w 52"/>
                    <a:gd name="T1" fmla="*/ 26 h 52"/>
                    <a:gd name="T2" fmla="*/ 26 w 52"/>
                    <a:gd name="T3" fmla="*/ 52 h 52"/>
                    <a:gd name="T4" fmla="*/ 0 w 52"/>
                    <a:gd name="T5" fmla="*/ 25 h 52"/>
                    <a:gd name="T6" fmla="*/ 25 w 52"/>
                    <a:gd name="T7" fmla="*/ 0 h 52"/>
                    <a:gd name="T8" fmla="*/ 26 w 52"/>
                    <a:gd name="T9" fmla="*/ 0 h 52"/>
                    <a:gd name="T10" fmla="*/ 52 w 52"/>
                    <a:gd name="T11" fmla="*/ 26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" h="52">
                      <a:moveTo>
                        <a:pt x="52" y="26"/>
                      </a:moveTo>
                      <a:cubicBezTo>
                        <a:pt x="52" y="40"/>
                        <a:pt x="40" y="52"/>
                        <a:pt x="26" y="52"/>
                      </a:cubicBezTo>
                      <a:cubicBezTo>
                        <a:pt x="12" y="52"/>
                        <a:pt x="0" y="40"/>
                        <a:pt x="0" y="25"/>
                      </a:cubicBezTo>
                      <a:cubicBezTo>
                        <a:pt x="0" y="11"/>
                        <a:pt x="11" y="1"/>
                        <a:pt x="25" y="0"/>
                      </a:cubicBezTo>
                      <a:cubicBezTo>
                        <a:pt x="25" y="0"/>
                        <a:pt x="26" y="0"/>
                        <a:pt x="26" y="0"/>
                      </a:cubicBezTo>
                      <a:cubicBezTo>
                        <a:pt x="40" y="0"/>
                        <a:pt x="52" y="11"/>
                        <a:pt x="52" y="26"/>
                      </a:cubicBezTo>
                      <a:close/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2" name="Freeform 259">
                  <a:extLst>
                    <a:ext uri="{FF2B5EF4-FFF2-40B4-BE49-F238E27FC236}">
                      <a16:creationId xmlns:a16="http://schemas.microsoft.com/office/drawing/2014/main" id="{B64E9334-097C-4CB9-9617-46C8650E4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7763" y="2895601"/>
                  <a:ext cx="52388" cy="195263"/>
                </a:xfrm>
                <a:custGeom>
                  <a:avLst/>
                  <a:gdLst>
                    <a:gd name="T0" fmla="*/ 14 w 14"/>
                    <a:gd name="T1" fmla="*/ 0 h 52"/>
                    <a:gd name="T2" fmla="*/ 14 w 14"/>
                    <a:gd name="T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" h="52">
                      <a:moveTo>
                        <a:pt x="14" y="0"/>
                      </a:moveTo>
                      <a:cubicBezTo>
                        <a:pt x="0" y="15"/>
                        <a:pt x="0" y="34"/>
                        <a:pt x="14" y="52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3" name="Freeform 260">
                  <a:extLst>
                    <a:ext uri="{FF2B5EF4-FFF2-40B4-BE49-F238E27FC236}">
                      <a16:creationId xmlns:a16="http://schemas.microsoft.com/office/drawing/2014/main" id="{B9A1BA9E-445A-47A3-ADC3-32683BF48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8088" y="2895601"/>
                  <a:ext cx="52388" cy="195263"/>
                </a:xfrm>
                <a:custGeom>
                  <a:avLst/>
                  <a:gdLst>
                    <a:gd name="T0" fmla="*/ 0 w 14"/>
                    <a:gd name="T1" fmla="*/ 0 h 52"/>
                    <a:gd name="T2" fmla="*/ 0 w 14"/>
                    <a:gd name="T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" h="52">
                      <a:moveTo>
                        <a:pt x="0" y="0"/>
                      </a:moveTo>
                      <a:cubicBezTo>
                        <a:pt x="14" y="15"/>
                        <a:pt x="14" y="34"/>
                        <a:pt x="0" y="52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4" name="Line 261">
                  <a:extLst>
                    <a:ext uri="{FF2B5EF4-FFF2-40B4-BE49-F238E27FC236}">
                      <a16:creationId xmlns:a16="http://schemas.microsoft.com/office/drawing/2014/main" id="{C3A77B5D-68B1-4090-BBC4-B0E5DCEC1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2363" y="3044826"/>
                  <a:ext cx="165100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5" name="Line 262">
                  <a:extLst>
                    <a:ext uri="{FF2B5EF4-FFF2-40B4-BE49-F238E27FC236}">
                      <a16:creationId xmlns:a16="http://schemas.microsoft.com/office/drawing/2014/main" id="{1A7BA1EA-CD95-424F-8A0A-F35B3CB9BA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2363" y="2940051"/>
                  <a:ext cx="165100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6" name="Line 263">
                  <a:extLst>
                    <a:ext uri="{FF2B5EF4-FFF2-40B4-BE49-F238E27FC236}">
                      <a16:creationId xmlns:a16="http://schemas.microsoft.com/office/drawing/2014/main" id="{31E345C1-BFCC-4770-880A-DBB426F70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16488" y="2992438"/>
                  <a:ext cx="195263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7" name="Oval 264">
                  <a:extLst>
                    <a:ext uri="{FF2B5EF4-FFF2-40B4-BE49-F238E27FC236}">
                      <a16:creationId xmlns:a16="http://schemas.microsoft.com/office/drawing/2014/main" id="{19215AFA-FCFF-4C23-9FA1-5D129B00D1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64100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8" name="Oval 265">
                  <a:extLst>
                    <a:ext uri="{FF2B5EF4-FFF2-40B4-BE49-F238E27FC236}">
                      <a16:creationId xmlns:a16="http://schemas.microsoft.com/office/drawing/2014/main" id="{BD2367C6-5620-4A86-9127-9FEB49685C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6813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9" name="Oval 266">
                  <a:extLst>
                    <a:ext uri="{FF2B5EF4-FFF2-40B4-BE49-F238E27FC236}">
                      <a16:creationId xmlns:a16="http://schemas.microsoft.com/office/drawing/2014/main" id="{DAEB3F93-9D9D-4620-87D0-9DEB1033E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9525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0" name="Freeform 267">
                  <a:extLst>
                    <a:ext uri="{FF2B5EF4-FFF2-40B4-BE49-F238E27FC236}">
                      <a16:creationId xmlns:a16="http://schemas.microsoft.com/office/drawing/2014/main" id="{39E2F49B-9389-47F1-9AD1-A580B79C37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1875" y="3181351"/>
                  <a:ext cx="344488" cy="60325"/>
                </a:xfrm>
                <a:custGeom>
                  <a:avLst/>
                  <a:gdLst>
                    <a:gd name="T0" fmla="*/ 76 w 92"/>
                    <a:gd name="T1" fmla="*/ 0 h 16"/>
                    <a:gd name="T2" fmla="*/ 61 w 92"/>
                    <a:gd name="T3" fmla="*/ 11 h 16"/>
                    <a:gd name="T4" fmla="*/ 46 w 92"/>
                    <a:gd name="T5" fmla="*/ 0 h 16"/>
                    <a:gd name="T6" fmla="*/ 31 w 92"/>
                    <a:gd name="T7" fmla="*/ 11 h 16"/>
                    <a:gd name="T8" fmla="*/ 16 w 92"/>
                    <a:gd name="T9" fmla="*/ 0 h 16"/>
                    <a:gd name="T10" fmla="*/ 0 w 92"/>
                    <a:gd name="T11" fmla="*/ 16 h 16"/>
                    <a:gd name="T12" fmla="*/ 92 w 92"/>
                    <a:gd name="T13" fmla="*/ 16 h 16"/>
                    <a:gd name="T14" fmla="*/ 76 w 92"/>
                    <a:gd name="T15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2" h="16">
                      <a:moveTo>
                        <a:pt x="76" y="0"/>
                      </a:moveTo>
                      <a:cubicBezTo>
                        <a:pt x="69" y="0"/>
                        <a:pt x="63" y="4"/>
                        <a:pt x="61" y="11"/>
                      </a:cubicBezTo>
                      <a:cubicBezTo>
                        <a:pt x="59" y="4"/>
                        <a:pt x="53" y="0"/>
                        <a:pt x="46" y="0"/>
                      </a:cubicBezTo>
                      <a:cubicBezTo>
                        <a:pt x="39" y="0"/>
                        <a:pt x="33" y="4"/>
                        <a:pt x="31" y="11"/>
                      </a:cubicBezTo>
                      <a:cubicBezTo>
                        <a:pt x="29" y="4"/>
                        <a:pt x="23" y="0"/>
                        <a:pt x="16" y="0"/>
                      </a:cubicBezTo>
                      <a:cubicBezTo>
                        <a:pt x="7" y="0"/>
                        <a:pt x="0" y="8"/>
                        <a:pt x="0" y="16"/>
                      </a:cubicBezTo>
                      <a:cubicBezTo>
                        <a:pt x="92" y="16"/>
                        <a:pt x="92" y="16"/>
                        <a:pt x="92" y="16"/>
                      </a:cubicBezTo>
                      <a:cubicBezTo>
                        <a:pt x="92" y="8"/>
                        <a:pt x="85" y="0"/>
                        <a:pt x="76" y="0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2F7507E-84C4-43E3-8F05-07666B4AA53B}"/>
                </a:ext>
              </a:extLst>
            </p:cNvPr>
            <p:cNvGrpSpPr/>
            <p:nvPr/>
          </p:nvGrpSpPr>
          <p:grpSpPr>
            <a:xfrm>
              <a:off x="1636214" y="3489300"/>
              <a:ext cx="3908243" cy="198582"/>
              <a:chOff x="1636214" y="3195950"/>
              <a:chExt cx="2421165" cy="88596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BCEB1F2F-367D-41AE-A066-F8669215D8F2}"/>
                  </a:ext>
                </a:extLst>
              </p:cNvPr>
              <p:cNvSpPr/>
              <p:nvPr/>
            </p:nvSpPr>
            <p:spPr>
              <a:xfrm>
                <a:off x="1636214" y="3195964"/>
                <a:ext cx="2421165" cy="88582"/>
              </a:xfrm>
              <a:prstGeom prst="roundRect">
                <a:avLst>
                  <a:gd name="adj" fmla="val 50000"/>
                </a:avLst>
              </a:prstGeom>
              <a:solidFill>
                <a:srgbClr val="7BEBD8">
                  <a:alpha val="29000"/>
                </a:srgbClr>
              </a:soli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innerShdw blurRad="114300">
                  <a:prstClr val="black">
                    <a:alpha val="47000"/>
                  </a:prstClr>
                </a:inn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F7F9128D-E30C-4733-AE4B-3863B632A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636215" y="3195950"/>
                <a:ext cx="1909144" cy="8858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">
                    <a:srgbClr val="7CEFD8">
                      <a:alpha val="79000"/>
                    </a:srgbClr>
                  </a:gs>
                  <a:gs pos="61000">
                    <a:srgbClr val="6672E4">
                      <a:alpha val="84000"/>
                    </a:srgbClr>
                  </a:gs>
                  <a:gs pos="98000">
                    <a:srgbClr val="882BE5">
                      <a:alpha val="66000"/>
                    </a:srgbClr>
                  </a:gs>
                </a:gsLst>
                <a:lin ang="72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0891A01-8A14-486D-93D7-756C1B0A9EF0}"/>
                </a:ext>
              </a:extLst>
            </p:cNvPr>
            <p:cNvGrpSpPr/>
            <p:nvPr/>
          </p:nvGrpSpPr>
          <p:grpSpPr>
            <a:xfrm>
              <a:off x="1636214" y="4422278"/>
              <a:ext cx="3908243" cy="198582"/>
              <a:chOff x="1636214" y="3195950"/>
              <a:chExt cx="2421165" cy="88596"/>
            </a:xfrm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BEC06DD3-CCF5-4FA9-B6A5-88C2AD698D60}"/>
                  </a:ext>
                </a:extLst>
              </p:cNvPr>
              <p:cNvSpPr/>
              <p:nvPr/>
            </p:nvSpPr>
            <p:spPr>
              <a:xfrm>
                <a:off x="1636214" y="3195964"/>
                <a:ext cx="2421165" cy="88582"/>
              </a:xfrm>
              <a:prstGeom prst="roundRect">
                <a:avLst>
                  <a:gd name="adj" fmla="val 50000"/>
                </a:avLst>
              </a:prstGeom>
              <a:solidFill>
                <a:srgbClr val="7BEBD8">
                  <a:alpha val="29000"/>
                </a:srgbClr>
              </a:soli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innerShdw blurRad="114300">
                  <a:prstClr val="black">
                    <a:alpha val="47000"/>
                  </a:prstClr>
                </a:inn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AD9B3B86-FE3B-4F92-A920-9858B368D4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636216" y="3195950"/>
                <a:ext cx="1164782" cy="8858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">
                    <a:srgbClr val="7CEFD8">
                      <a:alpha val="79000"/>
                    </a:srgbClr>
                  </a:gs>
                  <a:gs pos="61000">
                    <a:srgbClr val="6672E4">
                      <a:alpha val="84000"/>
                    </a:srgbClr>
                  </a:gs>
                  <a:gs pos="98000">
                    <a:srgbClr val="882BE5">
                      <a:alpha val="66000"/>
                    </a:srgbClr>
                  </a:gs>
                </a:gsLst>
                <a:lin ang="72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CB2CD80-A7D2-4E5E-8A6D-4BC684DF7BE1}"/>
                </a:ext>
              </a:extLst>
            </p:cNvPr>
            <p:cNvGrpSpPr/>
            <p:nvPr/>
          </p:nvGrpSpPr>
          <p:grpSpPr>
            <a:xfrm>
              <a:off x="1636214" y="5306795"/>
              <a:ext cx="3908243" cy="198582"/>
              <a:chOff x="1636214" y="3195950"/>
              <a:chExt cx="2421165" cy="88596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5819435B-AB91-4456-82A2-4B47BC037ACD}"/>
                  </a:ext>
                </a:extLst>
              </p:cNvPr>
              <p:cNvSpPr/>
              <p:nvPr/>
            </p:nvSpPr>
            <p:spPr>
              <a:xfrm>
                <a:off x="1636214" y="3195964"/>
                <a:ext cx="2421165" cy="88582"/>
              </a:xfrm>
              <a:prstGeom prst="roundRect">
                <a:avLst>
                  <a:gd name="adj" fmla="val 50000"/>
                </a:avLst>
              </a:prstGeom>
              <a:solidFill>
                <a:srgbClr val="7BEBD8">
                  <a:alpha val="29000"/>
                </a:srgbClr>
              </a:solidFill>
              <a:ln w="12700" cap="flat">
                <a:noFill/>
                <a:prstDash val="solid"/>
                <a:miter lim="800000"/>
                <a:headEnd/>
                <a:tailEnd/>
              </a:ln>
              <a:effectLst>
                <a:innerShdw blurRad="114300">
                  <a:prstClr val="black">
                    <a:alpha val="47000"/>
                  </a:prstClr>
                </a:inn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0DDE19D2-9433-4660-BEFC-0A90ABFBAC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636215" y="3195950"/>
                <a:ext cx="2251910" cy="8858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">
                    <a:srgbClr val="7CEFD8">
                      <a:alpha val="79000"/>
                    </a:srgbClr>
                  </a:gs>
                  <a:gs pos="61000">
                    <a:srgbClr val="6672E4">
                      <a:alpha val="84000"/>
                    </a:srgbClr>
                  </a:gs>
                  <a:gs pos="98000">
                    <a:srgbClr val="882BE5">
                      <a:alpha val="66000"/>
                    </a:srgbClr>
                  </a:gs>
                </a:gsLst>
                <a:lin ang="7200000" scaled="0"/>
              </a:gradFill>
              <a:ln w="12700" cap="flat">
                <a:noFill/>
                <a:prstDash val="solid"/>
                <a:miter lim="800000"/>
                <a:headEnd/>
                <a:tailE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63" name="Picture 162" descr="This image is of two sets of hands putting puzzle pieces together. ">
            <a:extLst>
              <a:ext uri="{FF2B5EF4-FFF2-40B4-BE49-F238E27FC236}">
                <a16:creationId xmlns:a16="http://schemas.microsoft.com/office/drawing/2014/main" id="{AB835B29-19DB-41C9-9C29-FB52358C44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24"/>
          <a:stretch/>
        </p:blipFill>
        <p:spPr>
          <a:xfrm>
            <a:off x="7548018" y="0"/>
            <a:ext cx="4643982" cy="68580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051076F1-A431-FF38-6A16-717C3866A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352130">
            <a:off x="-736718" y="5586101"/>
            <a:ext cx="2469094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5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638C06D-F644-4B33-8858-D880F038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3900" y="968477"/>
            <a:ext cx="5372100" cy="4921047"/>
            <a:chOff x="723900" y="968477"/>
            <a:chExt cx="5372100" cy="4921047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9F720D8-8BAF-4A0C-B2DC-8A1F1E0B2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" y="2968796"/>
              <a:ext cx="2319325" cy="2920728"/>
            </a:xfrm>
            <a:custGeom>
              <a:avLst/>
              <a:gdLst>
                <a:gd name="T0" fmla="*/ 378 w 709"/>
                <a:gd name="T1" fmla="*/ 376 h 893"/>
                <a:gd name="T2" fmla="*/ 198 w 709"/>
                <a:gd name="T3" fmla="*/ 0 h 893"/>
                <a:gd name="T4" fmla="*/ 0 w 709"/>
                <a:gd name="T5" fmla="*/ 397 h 893"/>
                <a:gd name="T6" fmla="*/ 497 w 709"/>
                <a:gd name="T7" fmla="*/ 893 h 893"/>
                <a:gd name="T8" fmla="*/ 709 w 709"/>
                <a:gd name="T9" fmla="*/ 845 h 893"/>
                <a:gd name="T10" fmla="*/ 526 w 709"/>
                <a:gd name="T11" fmla="*/ 485 h 893"/>
                <a:gd name="T12" fmla="*/ 378 w 709"/>
                <a:gd name="T13" fmla="*/ 376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893">
                  <a:moveTo>
                    <a:pt x="378" y="376"/>
                  </a:moveTo>
                  <a:cubicBezTo>
                    <a:pt x="276" y="273"/>
                    <a:pt x="213" y="142"/>
                    <a:pt x="198" y="0"/>
                  </a:cubicBezTo>
                  <a:cubicBezTo>
                    <a:pt x="78" y="90"/>
                    <a:pt x="0" y="234"/>
                    <a:pt x="0" y="397"/>
                  </a:cubicBezTo>
                  <a:cubicBezTo>
                    <a:pt x="0" y="671"/>
                    <a:pt x="222" y="893"/>
                    <a:pt x="497" y="893"/>
                  </a:cubicBezTo>
                  <a:cubicBezTo>
                    <a:pt x="573" y="893"/>
                    <a:pt x="644" y="876"/>
                    <a:pt x="709" y="845"/>
                  </a:cubicBezTo>
                  <a:cubicBezTo>
                    <a:pt x="609" y="748"/>
                    <a:pt x="545" y="622"/>
                    <a:pt x="526" y="485"/>
                  </a:cubicBezTo>
                  <a:cubicBezTo>
                    <a:pt x="472" y="456"/>
                    <a:pt x="422" y="420"/>
                    <a:pt x="378" y="376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92000">
                  <a:srgbClr val="6672E4"/>
                </a:gs>
                <a:gs pos="28000">
                  <a:srgbClr val="882BE5"/>
                </a:gs>
              </a:gsLst>
              <a:lin ang="90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B8E7BA8-3BC1-4755-AE40-0C84D9216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107" y="968477"/>
              <a:ext cx="3107685" cy="1546653"/>
            </a:xfrm>
            <a:custGeom>
              <a:avLst/>
              <a:gdLst>
                <a:gd name="T0" fmla="*/ 475 w 950"/>
                <a:gd name="T1" fmla="*/ 473 h 473"/>
                <a:gd name="T2" fmla="*/ 800 w 950"/>
                <a:gd name="T3" fmla="*/ 382 h 473"/>
                <a:gd name="T4" fmla="*/ 950 w 950"/>
                <a:gd name="T5" fmla="*/ 401 h 473"/>
                <a:gd name="T6" fmla="*/ 826 w 950"/>
                <a:gd name="T7" fmla="*/ 194 h 473"/>
                <a:gd name="T8" fmla="*/ 124 w 950"/>
                <a:gd name="T9" fmla="*/ 194 h 473"/>
                <a:gd name="T10" fmla="*/ 0 w 950"/>
                <a:gd name="T11" fmla="*/ 401 h 473"/>
                <a:gd name="T12" fmla="*/ 151 w 950"/>
                <a:gd name="T13" fmla="*/ 382 h 473"/>
                <a:gd name="T14" fmla="*/ 475 w 950"/>
                <a:gd name="T15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0" h="473">
                  <a:moveTo>
                    <a:pt x="475" y="473"/>
                  </a:moveTo>
                  <a:cubicBezTo>
                    <a:pt x="572" y="414"/>
                    <a:pt x="685" y="382"/>
                    <a:pt x="800" y="382"/>
                  </a:cubicBezTo>
                  <a:cubicBezTo>
                    <a:pt x="851" y="382"/>
                    <a:pt x="901" y="389"/>
                    <a:pt x="950" y="401"/>
                  </a:cubicBezTo>
                  <a:cubicBezTo>
                    <a:pt x="927" y="325"/>
                    <a:pt x="886" y="253"/>
                    <a:pt x="826" y="194"/>
                  </a:cubicBezTo>
                  <a:cubicBezTo>
                    <a:pt x="632" y="0"/>
                    <a:pt x="318" y="0"/>
                    <a:pt x="124" y="194"/>
                  </a:cubicBezTo>
                  <a:cubicBezTo>
                    <a:pt x="64" y="253"/>
                    <a:pt x="23" y="325"/>
                    <a:pt x="0" y="401"/>
                  </a:cubicBezTo>
                  <a:cubicBezTo>
                    <a:pt x="49" y="389"/>
                    <a:pt x="99" y="382"/>
                    <a:pt x="151" y="382"/>
                  </a:cubicBezTo>
                  <a:cubicBezTo>
                    <a:pt x="266" y="382"/>
                    <a:pt x="378" y="414"/>
                    <a:pt x="475" y="473"/>
                  </a:cubicBezTo>
                  <a:close/>
                </a:path>
              </a:pathLst>
            </a:custGeom>
            <a:gradFill>
              <a:gsLst>
                <a:gs pos="3000">
                  <a:srgbClr val="7CEFD8"/>
                </a:gs>
                <a:gs pos="13000">
                  <a:srgbClr val="6672E4"/>
                </a:gs>
                <a:gs pos="99000">
                  <a:srgbClr val="882BE5"/>
                </a:gs>
              </a:gsLst>
              <a:lin ang="60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3B6EAAE-1C2D-46EB-A473-3B6078DC2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75" y="2968796"/>
              <a:ext cx="2319325" cy="2920728"/>
            </a:xfrm>
            <a:custGeom>
              <a:avLst/>
              <a:gdLst>
                <a:gd name="T0" fmla="*/ 511 w 709"/>
                <a:gd name="T1" fmla="*/ 0 h 893"/>
                <a:gd name="T2" fmla="*/ 331 w 709"/>
                <a:gd name="T3" fmla="*/ 376 h 893"/>
                <a:gd name="T4" fmla="*/ 183 w 709"/>
                <a:gd name="T5" fmla="*/ 485 h 893"/>
                <a:gd name="T6" fmla="*/ 0 w 709"/>
                <a:gd name="T7" fmla="*/ 845 h 893"/>
                <a:gd name="T8" fmla="*/ 213 w 709"/>
                <a:gd name="T9" fmla="*/ 893 h 893"/>
                <a:gd name="T10" fmla="*/ 709 w 709"/>
                <a:gd name="T11" fmla="*/ 397 h 893"/>
                <a:gd name="T12" fmla="*/ 511 w 709"/>
                <a:gd name="T13" fmla="*/ 0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893">
                  <a:moveTo>
                    <a:pt x="511" y="0"/>
                  </a:moveTo>
                  <a:cubicBezTo>
                    <a:pt x="496" y="142"/>
                    <a:pt x="433" y="273"/>
                    <a:pt x="331" y="376"/>
                  </a:cubicBezTo>
                  <a:cubicBezTo>
                    <a:pt x="287" y="420"/>
                    <a:pt x="237" y="456"/>
                    <a:pt x="183" y="485"/>
                  </a:cubicBezTo>
                  <a:cubicBezTo>
                    <a:pt x="164" y="622"/>
                    <a:pt x="100" y="748"/>
                    <a:pt x="0" y="845"/>
                  </a:cubicBezTo>
                  <a:cubicBezTo>
                    <a:pt x="65" y="876"/>
                    <a:pt x="137" y="893"/>
                    <a:pt x="213" y="893"/>
                  </a:cubicBezTo>
                  <a:cubicBezTo>
                    <a:pt x="487" y="893"/>
                    <a:pt x="709" y="671"/>
                    <a:pt x="709" y="397"/>
                  </a:cubicBezTo>
                  <a:cubicBezTo>
                    <a:pt x="709" y="234"/>
                    <a:pt x="631" y="90"/>
                    <a:pt x="511" y="0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92000">
                  <a:srgbClr val="6672E4"/>
                </a:gs>
                <a:gs pos="28000">
                  <a:srgbClr val="882BE5"/>
                </a:gs>
              </a:gsLst>
              <a:lin ang="1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8" descr="This image is an icon of three people interacting. ">
              <a:extLst>
                <a:ext uri="{FF2B5EF4-FFF2-40B4-BE49-F238E27FC236}">
                  <a16:creationId xmlns:a16="http://schemas.microsoft.com/office/drawing/2014/main" id="{7BF3ACC0-B381-45FC-900F-55F46E5E7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022" y="4735092"/>
              <a:ext cx="984471" cy="758291"/>
            </a:xfrm>
            <a:custGeom>
              <a:avLst/>
              <a:gdLst>
                <a:gd name="T0" fmla="*/ 0 w 301"/>
                <a:gd name="T1" fmla="*/ 0 h 232"/>
                <a:gd name="T2" fmla="*/ 150 w 301"/>
                <a:gd name="T3" fmla="*/ 232 h 232"/>
                <a:gd name="T4" fmla="*/ 301 w 301"/>
                <a:gd name="T5" fmla="*/ 0 h 232"/>
                <a:gd name="T6" fmla="*/ 150 w 301"/>
                <a:gd name="T7" fmla="*/ 19 h 232"/>
                <a:gd name="T8" fmla="*/ 0 w 301"/>
                <a:gd name="T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1" h="232">
                  <a:moveTo>
                    <a:pt x="0" y="0"/>
                  </a:moveTo>
                  <a:cubicBezTo>
                    <a:pt x="27" y="92"/>
                    <a:pt x="80" y="172"/>
                    <a:pt x="150" y="232"/>
                  </a:cubicBezTo>
                  <a:cubicBezTo>
                    <a:pt x="220" y="172"/>
                    <a:pt x="273" y="92"/>
                    <a:pt x="301" y="0"/>
                  </a:cubicBezTo>
                  <a:cubicBezTo>
                    <a:pt x="252" y="13"/>
                    <a:pt x="201" y="19"/>
                    <a:pt x="150" y="19"/>
                  </a:cubicBezTo>
                  <a:cubicBezTo>
                    <a:pt x="99" y="19"/>
                    <a:pt x="49" y="13"/>
                    <a:pt x="0" y="0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42000">
                  <a:srgbClr val="6672E4"/>
                </a:gs>
                <a:gs pos="0">
                  <a:srgbClr val="882BE5"/>
                </a:gs>
              </a:gsLst>
              <a:lin ang="5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 descr="This image is an icon of three people and a symbol that represents connection to the internet.">
              <a:extLst>
                <a:ext uri="{FF2B5EF4-FFF2-40B4-BE49-F238E27FC236}">
                  <a16:creationId xmlns:a16="http://schemas.microsoft.com/office/drawing/2014/main" id="{9E41B0EC-DA27-4BF7-891C-FC6D7EF3C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75" y="2641947"/>
              <a:ext cx="1260332" cy="1406761"/>
            </a:xfrm>
            <a:custGeom>
              <a:avLst/>
              <a:gdLst>
                <a:gd name="T0" fmla="*/ 239 w 385"/>
                <a:gd name="T1" fmla="*/ 384 h 430"/>
                <a:gd name="T2" fmla="*/ 385 w 385"/>
                <a:gd name="T3" fmla="*/ 31 h 430"/>
                <a:gd name="T4" fmla="*/ 213 w 385"/>
                <a:gd name="T5" fmla="*/ 0 h 430"/>
                <a:gd name="T6" fmla="*/ 0 w 385"/>
                <a:gd name="T7" fmla="*/ 48 h 430"/>
                <a:gd name="T8" fmla="*/ 186 w 385"/>
                <a:gd name="T9" fmla="*/ 430 h 430"/>
                <a:gd name="T10" fmla="*/ 239 w 385"/>
                <a:gd name="T11" fmla="*/ 384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430">
                  <a:moveTo>
                    <a:pt x="239" y="384"/>
                  </a:moveTo>
                  <a:cubicBezTo>
                    <a:pt x="337" y="286"/>
                    <a:pt x="385" y="159"/>
                    <a:pt x="385" y="31"/>
                  </a:cubicBezTo>
                  <a:cubicBezTo>
                    <a:pt x="331" y="11"/>
                    <a:pt x="273" y="0"/>
                    <a:pt x="213" y="0"/>
                  </a:cubicBezTo>
                  <a:cubicBezTo>
                    <a:pt x="137" y="0"/>
                    <a:pt x="65" y="17"/>
                    <a:pt x="0" y="48"/>
                  </a:cubicBezTo>
                  <a:cubicBezTo>
                    <a:pt x="105" y="150"/>
                    <a:pt x="171" y="285"/>
                    <a:pt x="186" y="430"/>
                  </a:cubicBezTo>
                  <a:cubicBezTo>
                    <a:pt x="205" y="416"/>
                    <a:pt x="222" y="400"/>
                    <a:pt x="239" y="384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 descr="This image is an icon of three people and a globe.">
              <a:extLst>
                <a:ext uri="{FF2B5EF4-FFF2-40B4-BE49-F238E27FC236}">
                  <a16:creationId xmlns:a16="http://schemas.microsoft.com/office/drawing/2014/main" id="{BDEE62C1-79C7-4BD6-99A1-2466D37A5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200" y="2641947"/>
              <a:ext cx="1259024" cy="1402839"/>
            </a:xfrm>
            <a:custGeom>
              <a:avLst/>
              <a:gdLst>
                <a:gd name="T0" fmla="*/ 173 w 385"/>
                <a:gd name="T1" fmla="*/ 0 h 429"/>
                <a:gd name="T2" fmla="*/ 1 w 385"/>
                <a:gd name="T3" fmla="*/ 31 h 429"/>
                <a:gd name="T4" fmla="*/ 146 w 385"/>
                <a:gd name="T5" fmla="*/ 384 h 429"/>
                <a:gd name="T6" fmla="*/ 199 w 385"/>
                <a:gd name="T7" fmla="*/ 429 h 429"/>
                <a:gd name="T8" fmla="*/ 385 w 385"/>
                <a:gd name="T9" fmla="*/ 48 h 429"/>
                <a:gd name="T10" fmla="*/ 173 w 385"/>
                <a:gd name="T11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429">
                  <a:moveTo>
                    <a:pt x="173" y="0"/>
                  </a:moveTo>
                  <a:cubicBezTo>
                    <a:pt x="112" y="0"/>
                    <a:pt x="54" y="11"/>
                    <a:pt x="1" y="31"/>
                  </a:cubicBezTo>
                  <a:cubicBezTo>
                    <a:pt x="0" y="159"/>
                    <a:pt x="49" y="286"/>
                    <a:pt x="146" y="384"/>
                  </a:cubicBezTo>
                  <a:cubicBezTo>
                    <a:pt x="163" y="400"/>
                    <a:pt x="181" y="416"/>
                    <a:pt x="199" y="429"/>
                  </a:cubicBezTo>
                  <a:cubicBezTo>
                    <a:pt x="215" y="285"/>
                    <a:pt x="280" y="150"/>
                    <a:pt x="385" y="48"/>
                  </a:cubicBezTo>
                  <a:cubicBezTo>
                    <a:pt x="320" y="17"/>
                    <a:pt x="249" y="0"/>
                    <a:pt x="173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1" descr="This image is an icon of four people interacting. ">
              <a:extLst>
                <a:ext uri="{FF2B5EF4-FFF2-40B4-BE49-F238E27FC236}">
                  <a16:creationId xmlns:a16="http://schemas.microsoft.com/office/drawing/2014/main" id="{C8436027-C518-481B-BDB7-763A96442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115" y="3038089"/>
              <a:ext cx="1125670" cy="1333546"/>
            </a:xfrm>
            <a:custGeom>
              <a:avLst/>
              <a:gdLst>
                <a:gd name="T0" fmla="*/ 344 w 344"/>
                <a:gd name="T1" fmla="*/ 376 h 408"/>
                <a:gd name="T2" fmla="*/ 344 w 344"/>
                <a:gd name="T3" fmla="*/ 377 h 408"/>
                <a:gd name="T4" fmla="*/ 323 w 344"/>
                <a:gd name="T5" fmla="*/ 385 h 408"/>
                <a:gd name="T6" fmla="*/ 282 w 344"/>
                <a:gd name="T7" fmla="*/ 396 h 408"/>
                <a:gd name="T8" fmla="*/ 277 w 344"/>
                <a:gd name="T9" fmla="*/ 397 h 408"/>
                <a:gd name="T10" fmla="*/ 218 w 344"/>
                <a:gd name="T11" fmla="*/ 406 h 408"/>
                <a:gd name="T12" fmla="*/ 217 w 344"/>
                <a:gd name="T13" fmla="*/ 406 h 408"/>
                <a:gd name="T14" fmla="*/ 214 w 344"/>
                <a:gd name="T15" fmla="*/ 406 h 408"/>
                <a:gd name="T16" fmla="*/ 172 w 344"/>
                <a:gd name="T17" fmla="*/ 408 h 408"/>
                <a:gd name="T18" fmla="*/ 128 w 344"/>
                <a:gd name="T19" fmla="*/ 406 h 408"/>
                <a:gd name="T20" fmla="*/ 127 w 344"/>
                <a:gd name="T21" fmla="*/ 406 h 408"/>
                <a:gd name="T22" fmla="*/ 64 w 344"/>
                <a:gd name="T23" fmla="*/ 396 h 408"/>
                <a:gd name="T24" fmla="*/ 62 w 344"/>
                <a:gd name="T25" fmla="*/ 396 h 408"/>
                <a:gd name="T26" fmla="*/ 0 w 344"/>
                <a:gd name="T27" fmla="*/ 377 h 408"/>
                <a:gd name="T28" fmla="*/ 0 w 344"/>
                <a:gd name="T29" fmla="*/ 376 h 408"/>
                <a:gd name="T30" fmla="*/ 4 w 344"/>
                <a:gd name="T31" fmla="*/ 313 h 408"/>
                <a:gd name="T32" fmla="*/ 17 w 344"/>
                <a:gd name="T33" fmla="*/ 249 h 408"/>
                <a:gd name="T34" fmla="*/ 86 w 344"/>
                <a:gd name="T35" fmla="*/ 97 h 408"/>
                <a:gd name="T36" fmla="*/ 126 w 344"/>
                <a:gd name="T37" fmla="*/ 46 h 408"/>
                <a:gd name="T38" fmla="*/ 172 w 344"/>
                <a:gd name="T39" fmla="*/ 0 h 408"/>
                <a:gd name="T40" fmla="*/ 218 w 344"/>
                <a:gd name="T41" fmla="*/ 46 h 408"/>
                <a:gd name="T42" fmla="*/ 258 w 344"/>
                <a:gd name="T43" fmla="*/ 97 h 408"/>
                <a:gd name="T44" fmla="*/ 327 w 344"/>
                <a:gd name="T45" fmla="*/ 249 h 408"/>
                <a:gd name="T46" fmla="*/ 340 w 344"/>
                <a:gd name="T47" fmla="*/ 313 h 408"/>
                <a:gd name="T48" fmla="*/ 344 w 344"/>
                <a:gd name="T49" fmla="*/ 376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4" h="408">
                  <a:moveTo>
                    <a:pt x="344" y="376"/>
                  </a:moveTo>
                  <a:cubicBezTo>
                    <a:pt x="344" y="377"/>
                    <a:pt x="344" y="377"/>
                    <a:pt x="344" y="377"/>
                  </a:cubicBezTo>
                  <a:cubicBezTo>
                    <a:pt x="337" y="380"/>
                    <a:pt x="330" y="382"/>
                    <a:pt x="323" y="385"/>
                  </a:cubicBezTo>
                  <a:cubicBezTo>
                    <a:pt x="309" y="389"/>
                    <a:pt x="296" y="393"/>
                    <a:pt x="282" y="396"/>
                  </a:cubicBezTo>
                  <a:cubicBezTo>
                    <a:pt x="280" y="396"/>
                    <a:pt x="279" y="396"/>
                    <a:pt x="277" y="397"/>
                  </a:cubicBezTo>
                  <a:cubicBezTo>
                    <a:pt x="258" y="401"/>
                    <a:pt x="238" y="404"/>
                    <a:pt x="218" y="406"/>
                  </a:cubicBezTo>
                  <a:cubicBezTo>
                    <a:pt x="217" y="406"/>
                    <a:pt x="217" y="406"/>
                    <a:pt x="217" y="406"/>
                  </a:cubicBezTo>
                  <a:cubicBezTo>
                    <a:pt x="216" y="406"/>
                    <a:pt x="215" y="406"/>
                    <a:pt x="214" y="406"/>
                  </a:cubicBezTo>
                  <a:cubicBezTo>
                    <a:pt x="200" y="407"/>
                    <a:pt x="186" y="408"/>
                    <a:pt x="172" y="408"/>
                  </a:cubicBezTo>
                  <a:cubicBezTo>
                    <a:pt x="158" y="408"/>
                    <a:pt x="143" y="407"/>
                    <a:pt x="128" y="406"/>
                  </a:cubicBezTo>
                  <a:cubicBezTo>
                    <a:pt x="128" y="406"/>
                    <a:pt x="127" y="406"/>
                    <a:pt x="127" y="406"/>
                  </a:cubicBezTo>
                  <a:cubicBezTo>
                    <a:pt x="106" y="404"/>
                    <a:pt x="85" y="401"/>
                    <a:pt x="64" y="396"/>
                  </a:cubicBezTo>
                  <a:cubicBezTo>
                    <a:pt x="63" y="396"/>
                    <a:pt x="63" y="396"/>
                    <a:pt x="62" y="396"/>
                  </a:cubicBezTo>
                  <a:cubicBezTo>
                    <a:pt x="41" y="391"/>
                    <a:pt x="21" y="385"/>
                    <a:pt x="0" y="377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54"/>
                    <a:pt x="2" y="333"/>
                    <a:pt x="4" y="313"/>
                  </a:cubicBezTo>
                  <a:cubicBezTo>
                    <a:pt x="7" y="291"/>
                    <a:pt x="11" y="270"/>
                    <a:pt x="17" y="249"/>
                  </a:cubicBezTo>
                  <a:cubicBezTo>
                    <a:pt x="31" y="194"/>
                    <a:pt x="55" y="143"/>
                    <a:pt x="86" y="97"/>
                  </a:cubicBezTo>
                  <a:cubicBezTo>
                    <a:pt x="98" y="79"/>
                    <a:pt x="112" y="62"/>
                    <a:pt x="126" y="46"/>
                  </a:cubicBezTo>
                  <a:cubicBezTo>
                    <a:pt x="140" y="29"/>
                    <a:pt x="156" y="14"/>
                    <a:pt x="172" y="0"/>
                  </a:cubicBezTo>
                  <a:cubicBezTo>
                    <a:pt x="188" y="14"/>
                    <a:pt x="204" y="29"/>
                    <a:pt x="218" y="46"/>
                  </a:cubicBezTo>
                  <a:cubicBezTo>
                    <a:pt x="233" y="62"/>
                    <a:pt x="246" y="79"/>
                    <a:pt x="258" y="97"/>
                  </a:cubicBezTo>
                  <a:cubicBezTo>
                    <a:pt x="289" y="143"/>
                    <a:pt x="313" y="194"/>
                    <a:pt x="327" y="249"/>
                  </a:cubicBezTo>
                  <a:cubicBezTo>
                    <a:pt x="333" y="270"/>
                    <a:pt x="337" y="291"/>
                    <a:pt x="340" y="313"/>
                  </a:cubicBezTo>
                  <a:cubicBezTo>
                    <a:pt x="343" y="333"/>
                    <a:pt x="344" y="354"/>
                    <a:pt x="344" y="3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7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32C0092-A5BE-4296-9B7E-73CA9D6A0C92}"/>
                </a:ext>
              </a:extLst>
            </p:cNvPr>
            <p:cNvGrpSpPr/>
            <p:nvPr/>
          </p:nvGrpSpPr>
          <p:grpSpPr>
            <a:xfrm>
              <a:off x="3260907" y="3450123"/>
              <a:ext cx="330200" cy="346075"/>
              <a:chOff x="2686050" y="2895601"/>
              <a:chExt cx="330200" cy="346075"/>
            </a:xfrm>
          </p:grpSpPr>
          <p:sp>
            <p:nvSpPr>
              <p:cNvPr id="91" name="Oval 309">
                <a:extLst>
                  <a:ext uri="{FF2B5EF4-FFF2-40B4-BE49-F238E27FC236}">
                    <a16:creationId xmlns:a16="http://schemas.microsoft.com/office/drawing/2014/main" id="{322943C5-DF07-4D19-80BE-A092E8DCD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310">
                <a:extLst>
                  <a:ext uri="{FF2B5EF4-FFF2-40B4-BE49-F238E27FC236}">
                    <a16:creationId xmlns:a16="http://schemas.microsoft.com/office/drawing/2014/main" id="{AD6217C9-47FE-4784-97F3-BB1CEF6B0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Oval 311">
                <a:extLst>
                  <a:ext uri="{FF2B5EF4-FFF2-40B4-BE49-F238E27FC236}">
                    <a16:creationId xmlns:a16="http://schemas.microsoft.com/office/drawing/2014/main" id="{145614E0-2CF6-4018-A29C-347103CC1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Freeform 312">
                <a:extLst>
                  <a:ext uri="{FF2B5EF4-FFF2-40B4-BE49-F238E27FC236}">
                    <a16:creationId xmlns:a16="http://schemas.microsoft.com/office/drawing/2014/main" id="{C15930DF-7C04-43B8-94F3-9A62A91A3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Oval 313">
                <a:extLst>
                  <a:ext uri="{FF2B5EF4-FFF2-40B4-BE49-F238E27FC236}">
                    <a16:creationId xmlns:a16="http://schemas.microsoft.com/office/drawing/2014/main" id="{C37FB908-4B07-487A-8AE5-2C93E1AF8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Freeform 314">
                <a:extLst>
                  <a:ext uri="{FF2B5EF4-FFF2-40B4-BE49-F238E27FC236}">
                    <a16:creationId xmlns:a16="http://schemas.microsoft.com/office/drawing/2014/main" id="{B3C647A5-00EF-45D7-A795-5CC541EFF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Oval 315">
                <a:extLst>
                  <a:ext uri="{FF2B5EF4-FFF2-40B4-BE49-F238E27FC236}">
                    <a16:creationId xmlns:a16="http://schemas.microsoft.com/office/drawing/2014/main" id="{8E007759-5FF7-4D0A-A475-0EAD05E96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8" name="Freeform 316">
                <a:extLst>
                  <a:ext uri="{FF2B5EF4-FFF2-40B4-BE49-F238E27FC236}">
                    <a16:creationId xmlns:a16="http://schemas.microsoft.com/office/drawing/2014/main" id="{42BF9E91-C3D1-479E-A251-AD54A926B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9" name="Oval 317">
                <a:extLst>
                  <a:ext uri="{FF2B5EF4-FFF2-40B4-BE49-F238E27FC236}">
                    <a16:creationId xmlns:a16="http://schemas.microsoft.com/office/drawing/2014/main" id="{FE52E745-A552-4F06-9535-C6C622D93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Freeform 318">
                <a:extLst>
                  <a:ext uri="{FF2B5EF4-FFF2-40B4-BE49-F238E27FC236}">
                    <a16:creationId xmlns:a16="http://schemas.microsoft.com/office/drawing/2014/main" id="{A9F3F5BA-CD89-43EF-82A6-14201A89D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Freeform 319">
                <a:extLst>
                  <a:ext uri="{FF2B5EF4-FFF2-40B4-BE49-F238E27FC236}">
                    <a16:creationId xmlns:a16="http://schemas.microsoft.com/office/drawing/2014/main" id="{0C1B8AEB-E335-4D8B-8846-5975E8B3D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Line 320">
                <a:extLst>
                  <a:ext uri="{FF2B5EF4-FFF2-40B4-BE49-F238E27FC236}">
                    <a16:creationId xmlns:a16="http://schemas.microsoft.com/office/drawing/2014/main" id="{625F2B4F-F75B-4093-862F-865FC16AB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1E38458-8F3E-4314-9FA8-DC2B0EBB7E33}"/>
                </a:ext>
              </a:extLst>
            </p:cNvPr>
            <p:cNvGrpSpPr/>
            <p:nvPr/>
          </p:nvGrpSpPr>
          <p:grpSpPr>
            <a:xfrm>
              <a:off x="3211694" y="4933877"/>
              <a:ext cx="346075" cy="346075"/>
              <a:chOff x="3398838" y="2895601"/>
              <a:chExt cx="346075" cy="346075"/>
            </a:xfrm>
          </p:grpSpPr>
          <p:sp>
            <p:nvSpPr>
              <p:cNvPr id="75" name="Freeform 49">
                <a:extLst>
                  <a:ext uri="{FF2B5EF4-FFF2-40B4-BE49-F238E27FC236}">
                    <a16:creationId xmlns:a16="http://schemas.microsoft.com/office/drawing/2014/main" id="{52F6AE15-148B-4DD3-9B33-E89085198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6" name="Freeform 50">
                <a:extLst>
                  <a:ext uri="{FF2B5EF4-FFF2-40B4-BE49-F238E27FC236}">
                    <a16:creationId xmlns:a16="http://schemas.microsoft.com/office/drawing/2014/main" id="{B7DF1EA3-5709-492C-BABE-F390B608B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7" name="Oval 51">
                <a:extLst>
                  <a:ext uri="{FF2B5EF4-FFF2-40B4-BE49-F238E27FC236}">
                    <a16:creationId xmlns:a16="http://schemas.microsoft.com/office/drawing/2014/main" id="{964C8E4A-6689-4008-A522-91B998379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8" name="Freeform 52">
                <a:extLst>
                  <a:ext uri="{FF2B5EF4-FFF2-40B4-BE49-F238E27FC236}">
                    <a16:creationId xmlns:a16="http://schemas.microsoft.com/office/drawing/2014/main" id="{DA8DEA77-BD29-4118-B9AB-E053B3495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9" name="Freeform 53">
                <a:extLst>
                  <a:ext uri="{FF2B5EF4-FFF2-40B4-BE49-F238E27FC236}">
                    <a16:creationId xmlns:a16="http://schemas.microsoft.com/office/drawing/2014/main" id="{7758711F-A5C0-4C30-A3B1-91B546014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0" name="Freeform 54">
                <a:extLst>
                  <a:ext uri="{FF2B5EF4-FFF2-40B4-BE49-F238E27FC236}">
                    <a16:creationId xmlns:a16="http://schemas.microsoft.com/office/drawing/2014/main" id="{A575C4B8-CC49-4D59-BC4B-A13D8D97A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Oval 55">
                <a:extLst>
                  <a:ext uri="{FF2B5EF4-FFF2-40B4-BE49-F238E27FC236}">
                    <a16:creationId xmlns:a16="http://schemas.microsoft.com/office/drawing/2014/main" id="{EE9FF2CA-A0D9-41EF-8A6D-06571B57B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56">
                <a:extLst>
                  <a:ext uri="{FF2B5EF4-FFF2-40B4-BE49-F238E27FC236}">
                    <a16:creationId xmlns:a16="http://schemas.microsoft.com/office/drawing/2014/main" id="{74276568-12D5-4791-8AAE-E71301B35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57">
                <a:extLst>
                  <a:ext uri="{FF2B5EF4-FFF2-40B4-BE49-F238E27FC236}">
                    <a16:creationId xmlns:a16="http://schemas.microsoft.com/office/drawing/2014/main" id="{36893D6E-C781-44C6-B4DB-BF8FDD3B4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58">
                <a:extLst>
                  <a:ext uri="{FF2B5EF4-FFF2-40B4-BE49-F238E27FC236}">
                    <a16:creationId xmlns:a16="http://schemas.microsoft.com/office/drawing/2014/main" id="{E40B690B-BA0B-4EEC-A0CF-7DA3B2E43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Oval 59">
                <a:extLst>
                  <a:ext uri="{FF2B5EF4-FFF2-40B4-BE49-F238E27FC236}">
                    <a16:creationId xmlns:a16="http://schemas.microsoft.com/office/drawing/2014/main" id="{971E19C9-854B-41E7-A5D7-36AE58BA6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DE348461-111F-4014-A8A3-F56B07127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Line 61">
                <a:extLst>
                  <a:ext uri="{FF2B5EF4-FFF2-40B4-BE49-F238E27FC236}">
                    <a16:creationId xmlns:a16="http://schemas.microsoft.com/office/drawing/2014/main" id="{22CD114E-A6F0-4722-A4EE-4C318C1DC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62">
                <a:extLst>
                  <a:ext uri="{FF2B5EF4-FFF2-40B4-BE49-F238E27FC236}">
                    <a16:creationId xmlns:a16="http://schemas.microsoft.com/office/drawing/2014/main" id="{F7E3A019-70E0-420D-BBF5-DAE0B933D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8E10038-0AE7-4F94-99B0-CEA210C9535B}"/>
                </a:ext>
              </a:extLst>
            </p:cNvPr>
            <p:cNvGrpSpPr/>
            <p:nvPr/>
          </p:nvGrpSpPr>
          <p:grpSpPr>
            <a:xfrm>
              <a:off x="4359934" y="2904941"/>
              <a:ext cx="330200" cy="315913"/>
              <a:chOff x="4127500" y="2909888"/>
              <a:chExt cx="330200" cy="315913"/>
            </a:xfrm>
          </p:grpSpPr>
          <p:sp>
            <p:nvSpPr>
              <p:cNvPr id="64" name="Oval 268">
                <a:extLst>
                  <a:ext uri="{FF2B5EF4-FFF2-40B4-BE49-F238E27FC236}">
                    <a16:creationId xmlns:a16="http://schemas.microsoft.com/office/drawing/2014/main" id="{F7A8EBC1-9006-4CB5-A698-1D1D62E0D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725" y="3060701"/>
                <a:ext cx="76200" cy="74613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5" name="Freeform 269">
                <a:extLst>
                  <a:ext uri="{FF2B5EF4-FFF2-40B4-BE49-F238E27FC236}">
                    <a16:creationId xmlns:a16="http://schemas.microsoft.com/office/drawing/2014/main" id="{0CBCD43D-AE92-41F5-9C2B-B4B3FE6FF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500" y="3135313"/>
                <a:ext cx="109538" cy="60325"/>
              </a:xfrm>
              <a:custGeom>
                <a:avLst/>
                <a:gdLst>
                  <a:gd name="T0" fmla="*/ 22 w 29"/>
                  <a:gd name="T1" fmla="*/ 16 h 16"/>
                  <a:gd name="T2" fmla="*/ 0 w 29"/>
                  <a:gd name="T3" fmla="*/ 16 h 16"/>
                  <a:gd name="T4" fmla="*/ 16 w 29"/>
                  <a:gd name="T5" fmla="*/ 0 h 16"/>
                  <a:gd name="T6" fmla="*/ 29 w 29"/>
                  <a:gd name="T7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22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1" y="0"/>
                      <a:pt x="26" y="3"/>
                      <a:pt x="29" y="7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6" name="Oval 270">
                <a:extLst>
                  <a:ext uri="{FF2B5EF4-FFF2-40B4-BE49-F238E27FC236}">
                    <a16:creationId xmlns:a16="http://schemas.microsoft.com/office/drawing/2014/main" id="{282262E1-7304-47F8-ADFC-CA07C9ADF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0863" y="3060701"/>
                <a:ext cx="74613" cy="74613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7" name="Freeform 271">
                <a:extLst>
                  <a:ext uri="{FF2B5EF4-FFF2-40B4-BE49-F238E27FC236}">
                    <a16:creationId xmlns:a16="http://schemas.microsoft.com/office/drawing/2014/main" id="{61422BB8-6120-4583-B04B-D675BF219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750" y="3135313"/>
                <a:ext cx="107950" cy="60325"/>
              </a:xfrm>
              <a:custGeom>
                <a:avLst/>
                <a:gdLst>
                  <a:gd name="T0" fmla="*/ 0 w 29"/>
                  <a:gd name="T1" fmla="*/ 7 h 16"/>
                  <a:gd name="T2" fmla="*/ 13 w 29"/>
                  <a:gd name="T3" fmla="*/ 0 h 16"/>
                  <a:gd name="T4" fmla="*/ 29 w 29"/>
                  <a:gd name="T5" fmla="*/ 16 h 16"/>
                  <a:gd name="T6" fmla="*/ 7 w 29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6">
                    <a:moveTo>
                      <a:pt x="0" y="7"/>
                    </a:moveTo>
                    <a:cubicBezTo>
                      <a:pt x="3" y="3"/>
                      <a:pt x="8" y="0"/>
                      <a:pt x="13" y="0"/>
                    </a:cubicBezTo>
                    <a:cubicBezTo>
                      <a:pt x="22" y="0"/>
                      <a:pt x="29" y="7"/>
                      <a:pt x="29" y="16"/>
                    </a:cubicBezTo>
                    <a:cubicBezTo>
                      <a:pt x="7" y="16"/>
                      <a:pt x="7" y="16"/>
                      <a:pt x="7" y="16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" name="Oval 272">
                <a:extLst>
                  <a:ext uri="{FF2B5EF4-FFF2-40B4-BE49-F238E27FC236}">
                    <a16:creationId xmlns:a16="http://schemas.microsoft.com/office/drawing/2014/main" id="{921647A8-2EB5-4C08-8422-414742FE7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0213" y="3030538"/>
                <a:ext cx="104775" cy="1095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9" name="Freeform 273">
                <a:extLst>
                  <a:ext uri="{FF2B5EF4-FFF2-40B4-BE49-F238E27FC236}">
                    <a16:creationId xmlns:a16="http://schemas.microsoft.com/office/drawing/2014/main" id="{453B206B-E6FA-440E-8267-6B4EF6804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813" y="2986088"/>
                <a:ext cx="157163" cy="36513"/>
              </a:xfrm>
              <a:custGeom>
                <a:avLst/>
                <a:gdLst>
                  <a:gd name="T0" fmla="*/ 0 w 42"/>
                  <a:gd name="T1" fmla="*/ 10 h 10"/>
                  <a:gd name="T2" fmla="*/ 21 w 42"/>
                  <a:gd name="T3" fmla="*/ 0 h 10"/>
                  <a:gd name="T4" fmla="*/ 42 w 42"/>
                  <a:gd name="T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" h="10">
                    <a:moveTo>
                      <a:pt x="0" y="10"/>
                    </a:moveTo>
                    <a:cubicBezTo>
                      <a:pt x="5" y="4"/>
                      <a:pt x="13" y="0"/>
                      <a:pt x="21" y="0"/>
                    </a:cubicBezTo>
                    <a:cubicBezTo>
                      <a:pt x="29" y="0"/>
                      <a:pt x="37" y="4"/>
                      <a:pt x="42" y="10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0" name="Freeform 274">
                <a:extLst>
                  <a:ext uri="{FF2B5EF4-FFF2-40B4-BE49-F238E27FC236}">
                    <a16:creationId xmlns:a16="http://schemas.microsoft.com/office/drawing/2014/main" id="{41B368DF-58C1-48A8-8E16-E3B4645A1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947988"/>
                <a:ext cx="211138" cy="49213"/>
              </a:xfrm>
              <a:custGeom>
                <a:avLst/>
                <a:gdLst>
                  <a:gd name="T0" fmla="*/ 0 w 56"/>
                  <a:gd name="T1" fmla="*/ 13 h 13"/>
                  <a:gd name="T2" fmla="*/ 28 w 56"/>
                  <a:gd name="T3" fmla="*/ 0 h 13"/>
                  <a:gd name="T4" fmla="*/ 56 w 56"/>
                  <a:gd name="T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" h="13">
                    <a:moveTo>
                      <a:pt x="0" y="13"/>
                    </a:moveTo>
                    <a:cubicBezTo>
                      <a:pt x="7" y="5"/>
                      <a:pt x="17" y="0"/>
                      <a:pt x="28" y="0"/>
                    </a:cubicBezTo>
                    <a:cubicBezTo>
                      <a:pt x="39" y="0"/>
                      <a:pt x="49" y="5"/>
                      <a:pt x="56" y="13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1" name="Freeform 275">
                <a:extLst>
                  <a:ext uri="{FF2B5EF4-FFF2-40B4-BE49-F238E27FC236}">
                    <a16:creationId xmlns:a16="http://schemas.microsoft.com/office/drawing/2014/main" id="{75651205-4A53-463F-A685-DE5C8BC6B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663" y="2909888"/>
                <a:ext cx="269875" cy="63500"/>
              </a:xfrm>
              <a:custGeom>
                <a:avLst/>
                <a:gdLst>
                  <a:gd name="T0" fmla="*/ 0 w 72"/>
                  <a:gd name="T1" fmla="*/ 17 h 17"/>
                  <a:gd name="T2" fmla="*/ 36 w 72"/>
                  <a:gd name="T3" fmla="*/ 0 h 17"/>
                  <a:gd name="T4" fmla="*/ 72 w 72"/>
                  <a:gd name="T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17">
                    <a:moveTo>
                      <a:pt x="0" y="17"/>
                    </a:moveTo>
                    <a:cubicBezTo>
                      <a:pt x="8" y="7"/>
                      <a:pt x="21" y="0"/>
                      <a:pt x="36" y="0"/>
                    </a:cubicBezTo>
                    <a:cubicBezTo>
                      <a:pt x="51" y="0"/>
                      <a:pt x="64" y="7"/>
                      <a:pt x="72" y="17"/>
                    </a:cubicBez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2" name="Freeform 276">
                <a:extLst>
                  <a:ext uri="{FF2B5EF4-FFF2-40B4-BE49-F238E27FC236}">
                    <a16:creationId xmlns:a16="http://schemas.microsoft.com/office/drawing/2014/main" id="{83B67D48-AF94-4FED-959B-C51A15982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3140076"/>
                <a:ext cx="173038" cy="85725"/>
              </a:xfrm>
              <a:custGeom>
                <a:avLst/>
                <a:gdLst>
                  <a:gd name="T0" fmla="*/ 46 w 46"/>
                  <a:gd name="T1" fmla="*/ 23 h 23"/>
                  <a:gd name="T2" fmla="*/ 0 w 46"/>
                  <a:gd name="T3" fmla="*/ 23 h 23"/>
                  <a:gd name="T4" fmla="*/ 23 w 46"/>
                  <a:gd name="T5" fmla="*/ 0 h 23"/>
                  <a:gd name="T6" fmla="*/ 46 w 46"/>
                  <a:gd name="T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3">
                    <a:moveTo>
                      <a:pt x="46" y="23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6" y="10"/>
                      <a:pt x="46" y="23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6CD563-9511-4250-BCB0-1FBFAAE1289C}"/>
                </a:ext>
              </a:extLst>
            </p:cNvPr>
            <p:cNvGrpSpPr/>
            <p:nvPr/>
          </p:nvGrpSpPr>
          <p:grpSpPr>
            <a:xfrm>
              <a:off x="2177290" y="2874779"/>
              <a:ext cx="344488" cy="346075"/>
              <a:chOff x="4841875" y="2895601"/>
              <a:chExt cx="344488" cy="346075"/>
            </a:xfrm>
          </p:grpSpPr>
          <p:sp>
            <p:nvSpPr>
              <p:cNvPr id="52" name="Freeform 258">
                <a:extLst>
                  <a:ext uri="{FF2B5EF4-FFF2-40B4-BE49-F238E27FC236}">
                    <a16:creationId xmlns:a16="http://schemas.microsoft.com/office/drawing/2014/main" id="{7B269D94-9FED-4F93-A218-57CD14D4F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259">
                <a:extLst>
                  <a:ext uri="{FF2B5EF4-FFF2-40B4-BE49-F238E27FC236}">
                    <a16:creationId xmlns:a16="http://schemas.microsoft.com/office/drawing/2014/main" id="{435DD0CD-FD16-4760-9F43-618A517E3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4" name="Freeform 260">
                <a:extLst>
                  <a:ext uri="{FF2B5EF4-FFF2-40B4-BE49-F238E27FC236}">
                    <a16:creationId xmlns:a16="http://schemas.microsoft.com/office/drawing/2014/main" id="{11230DFA-75B1-4B65-BDFE-221090714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5" name="Line 261">
                <a:extLst>
                  <a:ext uri="{FF2B5EF4-FFF2-40B4-BE49-F238E27FC236}">
                    <a16:creationId xmlns:a16="http://schemas.microsoft.com/office/drawing/2014/main" id="{54B6C7BB-BBA1-4668-9BF5-325AA69CE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6" name="Line 262">
                <a:extLst>
                  <a:ext uri="{FF2B5EF4-FFF2-40B4-BE49-F238E27FC236}">
                    <a16:creationId xmlns:a16="http://schemas.microsoft.com/office/drawing/2014/main" id="{6DC0A898-A566-45D7-BD7F-6205ED16E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7" name="Line 263">
                <a:extLst>
                  <a:ext uri="{FF2B5EF4-FFF2-40B4-BE49-F238E27FC236}">
                    <a16:creationId xmlns:a16="http://schemas.microsoft.com/office/drawing/2014/main" id="{E201D585-E178-408E-A42A-A9FD198C4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8" name="Oval 264">
                <a:extLst>
                  <a:ext uri="{FF2B5EF4-FFF2-40B4-BE49-F238E27FC236}">
                    <a16:creationId xmlns:a16="http://schemas.microsoft.com/office/drawing/2014/main" id="{9C382A44-3942-4A8E-98A1-2685D9AAE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9" name="Oval 265">
                <a:extLst>
                  <a:ext uri="{FF2B5EF4-FFF2-40B4-BE49-F238E27FC236}">
                    <a16:creationId xmlns:a16="http://schemas.microsoft.com/office/drawing/2014/main" id="{052D3390-46BC-4B65-B5BE-0A40578F9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0" name="Oval 266">
                <a:extLst>
                  <a:ext uri="{FF2B5EF4-FFF2-40B4-BE49-F238E27FC236}">
                    <a16:creationId xmlns:a16="http://schemas.microsoft.com/office/drawing/2014/main" id="{0279AB69-DF67-4836-8A04-8F550D181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1" name="Freeform 267">
                <a:extLst>
                  <a:ext uri="{FF2B5EF4-FFF2-40B4-BE49-F238E27FC236}">
                    <a16:creationId xmlns:a16="http://schemas.microsoft.com/office/drawing/2014/main" id="{E1BFECCB-F108-4293-A159-3CFFB2E29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777318" y="-47065"/>
            <a:ext cx="73958" cy="69991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317307" y="2238199"/>
            <a:ext cx="4512384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4000"/>
              </a:lnSpc>
            </a:pPr>
            <a:r>
              <a:rPr lang="uk-UA" sz="4000" b="1" i="1" dirty="0">
                <a:solidFill>
                  <a:srgbClr val="7D4B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Таємнича скринька</a:t>
            </a:r>
            <a:endParaRPr lang="en-US" sz="4000" b="1" i="1" dirty="0">
              <a:solidFill>
                <a:srgbClr val="7D4BC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6" name="Group 205" descr="This image is an icon of one person interacting with three people ">
            <a:extLst>
              <a:ext uri="{FF2B5EF4-FFF2-40B4-BE49-F238E27FC236}">
                <a16:creationId xmlns:a16="http://schemas.microsoft.com/office/drawing/2014/main" id="{23348E2E-A7EF-4B89-8F8D-D88C5354E9D5}"/>
              </a:ext>
            </a:extLst>
          </p:cNvPr>
          <p:cNvGrpSpPr/>
          <p:nvPr/>
        </p:nvGrpSpPr>
        <p:grpSpPr>
          <a:xfrm>
            <a:off x="7316357" y="4237436"/>
            <a:ext cx="3646261" cy="553998"/>
            <a:chOff x="7999616" y="3566010"/>
            <a:chExt cx="3067397" cy="553998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0F4EEC6-F407-4E25-BBB6-C506B28F5A4C}"/>
                </a:ext>
              </a:extLst>
            </p:cNvPr>
            <p:cNvSpPr/>
            <p:nvPr/>
          </p:nvSpPr>
          <p:spPr>
            <a:xfrm>
              <a:off x="8578718" y="3566010"/>
              <a:ext cx="248829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uk-UA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Листи передаються адресатам кожної п'ятниці</a:t>
              </a:r>
              <a:endParaRPr lang="uk-UA" sz="1600" dirty="0"/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0FD0F77B-65FD-413C-B2B0-1AD539DC68D3}"/>
                </a:ext>
              </a:extLst>
            </p:cNvPr>
            <p:cNvGrpSpPr/>
            <p:nvPr/>
          </p:nvGrpSpPr>
          <p:grpSpPr>
            <a:xfrm>
              <a:off x="7999616" y="3639194"/>
              <a:ext cx="330200" cy="346075"/>
              <a:chOff x="2686050" y="2895601"/>
              <a:chExt cx="330200" cy="346075"/>
            </a:xfrm>
          </p:grpSpPr>
          <p:sp>
            <p:nvSpPr>
              <p:cNvPr id="192" name="Oval 309">
                <a:extLst>
                  <a:ext uri="{FF2B5EF4-FFF2-40B4-BE49-F238E27FC236}">
                    <a16:creationId xmlns:a16="http://schemas.microsoft.com/office/drawing/2014/main" id="{C57EF862-9A10-430C-8004-66A9241CE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3" name="Freeform 310">
                <a:extLst>
                  <a:ext uri="{FF2B5EF4-FFF2-40B4-BE49-F238E27FC236}">
                    <a16:creationId xmlns:a16="http://schemas.microsoft.com/office/drawing/2014/main" id="{13EA5F29-D427-40C4-AB4D-3D59B3F69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4" name="Oval 311">
                <a:extLst>
                  <a:ext uri="{FF2B5EF4-FFF2-40B4-BE49-F238E27FC236}">
                    <a16:creationId xmlns:a16="http://schemas.microsoft.com/office/drawing/2014/main" id="{D591DE3C-214D-426A-9B8E-741D87BAF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5" name="Freeform 312">
                <a:extLst>
                  <a:ext uri="{FF2B5EF4-FFF2-40B4-BE49-F238E27FC236}">
                    <a16:creationId xmlns:a16="http://schemas.microsoft.com/office/drawing/2014/main" id="{921D329D-AC5C-496B-96D4-A220BC49B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6" name="Oval 313">
                <a:extLst>
                  <a:ext uri="{FF2B5EF4-FFF2-40B4-BE49-F238E27FC236}">
                    <a16:creationId xmlns:a16="http://schemas.microsoft.com/office/drawing/2014/main" id="{87933186-B346-44AC-85AA-CA346F5FB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7" name="Freeform 314">
                <a:extLst>
                  <a:ext uri="{FF2B5EF4-FFF2-40B4-BE49-F238E27FC236}">
                    <a16:creationId xmlns:a16="http://schemas.microsoft.com/office/drawing/2014/main" id="{E0E3BA39-8375-478D-9CF6-4EC743813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8" name="Oval 315">
                <a:extLst>
                  <a:ext uri="{FF2B5EF4-FFF2-40B4-BE49-F238E27FC236}">
                    <a16:creationId xmlns:a16="http://schemas.microsoft.com/office/drawing/2014/main" id="{550D4481-BC6A-476D-80E1-F12F8ED9F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9" name="Freeform 316">
                <a:extLst>
                  <a:ext uri="{FF2B5EF4-FFF2-40B4-BE49-F238E27FC236}">
                    <a16:creationId xmlns:a16="http://schemas.microsoft.com/office/drawing/2014/main" id="{951EE685-6291-44F0-81B1-A3B5791D1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0" name="Oval 317">
                <a:extLst>
                  <a:ext uri="{FF2B5EF4-FFF2-40B4-BE49-F238E27FC236}">
                    <a16:creationId xmlns:a16="http://schemas.microsoft.com/office/drawing/2014/main" id="{1822195B-E26A-4DF0-B1B1-A36823632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1" name="Freeform 318">
                <a:extLst>
                  <a:ext uri="{FF2B5EF4-FFF2-40B4-BE49-F238E27FC236}">
                    <a16:creationId xmlns:a16="http://schemas.microsoft.com/office/drawing/2014/main" id="{E33AF9C8-AD93-4E36-9887-B8B748838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2" name="Freeform 319">
                <a:extLst>
                  <a:ext uri="{FF2B5EF4-FFF2-40B4-BE49-F238E27FC236}">
                    <a16:creationId xmlns:a16="http://schemas.microsoft.com/office/drawing/2014/main" id="{3E3913FB-5C76-4699-89D5-5A714541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03" name="Line 320">
                <a:extLst>
                  <a:ext uri="{FF2B5EF4-FFF2-40B4-BE49-F238E27FC236}">
                    <a16:creationId xmlns:a16="http://schemas.microsoft.com/office/drawing/2014/main" id="{C96335B1-62B8-4482-A67B-BE60CF58E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205" name="Group 204" descr="This image is an icon of three people interacting. ">
            <a:extLst>
              <a:ext uri="{FF2B5EF4-FFF2-40B4-BE49-F238E27FC236}">
                <a16:creationId xmlns:a16="http://schemas.microsoft.com/office/drawing/2014/main" id="{45696519-F308-4262-9DC5-C541B866A807}"/>
              </a:ext>
            </a:extLst>
          </p:cNvPr>
          <p:cNvGrpSpPr/>
          <p:nvPr/>
        </p:nvGrpSpPr>
        <p:grpSpPr>
          <a:xfrm>
            <a:off x="7378630" y="2923101"/>
            <a:ext cx="3654198" cy="419259"/>
            <a:chOff x="7991679" y="4554108"/>
            <a:chExt cx="3075334" cy="419259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292DC2AF-B08E-43EC-A60D-B71EFEF8E4D1}"/>
                </a:ext>
              </a:extLst>
            </p:cNvPr>
            <p:cNvGrpSpPr/>
            <p:nvPr/>
          </p:nvGrpSpPr>
          <p:grpSpPr>
            <a:xfrm>
              <a:off x="7991679" y="4627292"/>
              <a:ext cx="346075" cy="346075"/>
              <a:chOff x="3398838" y="2895601"/>
              <a:chExt cx="346075" cy="346075"/>
            </a:xfrm>
          </p:grpSpPr>
          <p:sp>
            <p:nvSpPr>
              <p:cNvPr id="176" name="Freeform 49">
                <a:extLst>
                  <a:ext uri="{FF2B5EF4-FFF2-40B4-BE49-F238E27FC236}">
                    <a16:creationId xmlns:a16="http://schemas.microsoft.com/office/drawing/2014/main" id="{17CD577B-CBE6-4837-A90F-4F36762E5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7" name="Freeform 50">
                <a:extLst>
                  <a:ext uri="{FF2B5EF4-FFF2-40B4-BE49-F238E27FC236}">
                    <a16:creationId xmlns:a16="http://schemas.microsoft.com/office/drawing/2014/main" id="{8BB81587-7777-4AE5-985D-5B14D33AD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8" name="Oval 51">
                <a:extLst>
                  <a:ext uri="{FF2B5EF4-FFF2-40B4-BE49-F238E27FC236}">
                    <a16:creationId xmlns:a16="http://schemas.microsoft.com/office/drawing/2014/main" id="{49EA0197-339C-4417-A18C-DC15037A9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79" name="Freeform 52">
                <a:extLst>
                  <a:ext uri="{FF2B5EF4-FFF2-40B4-BE49-F238E27FC236}">
                    <a16:creationId xmlns:a16="http://schemas.microsoft.com/office/drawing/2014/main" id="{203C108E-5283-4E7B-B970-0E4DF3AF3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0" name="Freeform 53">
                <a:extLst>
                  <a:ext uri="{FF2B5EF4-FFF2-40B4-BE49-F238E27FC236}">
                    <a16:creationId xmlns:a16="http://schemas.microsoft.com/office/drawing/2014/main" id="{4A82F405-C833-4408-A2F0-752E2D6C8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1" name="Freeform 54">
                <a:extLst>
                  <a:ext uri="{FF2B5EF4-FFF2-40B4-BE49-F238E27FC236}">
                    <a16:creationId xmlns:a16="http://schemas.microsoft.com/office/drawing/2014/main" id="{895EA8D0-BBA4-4370-A965-F96A9EDD4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2" name="Oval 55">
                <a:extLst>
                  <a:ext uri="{FF2B5EF4-FFF2-40B4-BE49-F238E27FC236}">
                    <a16:creationId xmlns:a16="http://schemas.microsoft.com/office/drawing/2014/main" id="{94D90E4F-09C7-44B0-9D11-E32A4A020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3" name="Freeform 56">
                <a:extLst>
                  <a:ext uri="{FF2B5EF4-FFF2-40B4-BE49-F238E27FC236}">
                    <a16:creationId xmlns:a16="http://schemas.microsoft.com/office/drawing/2014/main" id="{0D6D6DA1-3425-44CA-B1CB-B326D2C5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4" name="Freeform 57">
                <a:extLst>
                  <a:ext uri="{FF2B5EF4-FFF2-40B4-BE49-F238E27FC236}">
                    <a16:creationId xmlns:a16="http://schemas.microsoft.com/office/drawing/2014/main" id="{A25CE64B-B92A-4562-B048-0FA2A21CB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5" name="Freeform 58">
                <a:extLst>
                  <a:ext uri="{FF2B5EF4-FFF2-40B4-BE49-F238E27FC236}">
                    <a16:creationId xmlns:a16="http://schemas.microsoft.com/office/drawing/2014/main" id="{80861AE6-B038-4B8C-9EF0-109DEB59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6" name="Oval 59">
                <a:extLst>
                  <a:ext uri="{FF2B5EF4-FFF2-40B4-BE49-F238E27FC236}">
                    <a16:creationId xmlns:a16="http://schemas.microsoft.com/office/drawing/2014/main" id="{2505D730-7819-4CDD-9F00-8E9CEC3DF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7" name="Freeform 60">
                <a:extLst>
                  <a:ext uri="{FF2B5EF4-FFF2-40B4-BE49-F238E27FC236}">
                    <a16:creationId xmlns:a16="http://schemas.microsoft.com/office/drawing/2014/main" id="{88FBFC84-B4E6-4DDD-9DD0-1BB91EA0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8" name="Line 61">
                <a:extLst>
                  <a:ext uri="{FF2B5EF4-FFF2-40B4-BE49-F238E27FC236}">
                    <a16:creationId xmlns:a16="http://schemas.microsoft.com/office/drawing/2014/main" id="{9689C86A-B365-433F-B326-C60DC116B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89" name="Line 62">
                <a:extLst>
                  <a:ext uri="{FF2B5EF4-FFF2-40B4-BE49-F238E27FC236}">
                    <a16:creationId xmlns:a16="http://schemas.microsoft.com/office/drawing/2014/main" id="{ED368EF9-22A8-4990-9D2E-549C7615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rgbClr val="00206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E522F3F9-ECF0-4D2A-9244-1942DCB20E98}"/>
                </a:ext>
              </a:extLst>
            </p:cNvPr>
            <p:cNvSpPr/>
            <p:nvPr/>
          </p:nvSpPr>
          <p:spPr>
            <a:xfrm>
              <a:off x="8578718" y="4554108"/>
              <a:ext cx="248829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uk-UA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Все абсолютно анонімно</a:t>
              </a:r>
            </a:p>
          </p:txBody>
        </p: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094B2EB-684B-7129-1105-74323B60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73821">
            <a:off x="-1232299" y="-1191412"/>
            <a:ext cx="3860546" cy="389867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3285E022-D297-502B-66BB-BD123D0B2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496279" y="-2066166"/>
            <a:ext cx="4919898" cy="4938188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839A5F1-BC84-43F7-0641-E3E263F04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525" y="3447711"/>
            <a:ext cx="6121111" cy="6143867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E1CAC7A-500C-4D3F-4F10-FFFA1B78F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824129">
            <a:off x="1897211" y="-5105381"/>
            <a:ext cx="8397578" cy="8428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01D88F-D959-BC6A-89A2-00034E2BFCC3}"/>
              </a:ext>
            </a:extLst>
          </p:cNvPr>
          <p:cNvSpPr txBox="1"/>
          <p:nvPr/>
        </p:nvSpPr>
        <p:spPr>
          <a:xfrm>
            <a:off x="7909526" y="3447711"/>
            <a:ext cx="3293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Свої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побажання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писати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тільки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учні</a:t>
            </a:r>
            <a:r>
              <a:rPr lang="ru-RU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й </a:t>
            </a:r>
            <a:r>
              <a:rPr lang="ru-RU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вчителі</a:t>
            </a:r>
            <a:endParaRPr lang="uk-UA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Графіка 7" descr="Cheers with solid fill">
            <a:extLst>
              <a:ext uri="{FF2B5EF4-FFF2-40B4-BE49-F238E27FC236}">
                <a16:creationId xmlns:a16="http://schemas.microsoft.com/office/drawing/2014/main" id="{14F6A796-F3E4-7AF0-E67E-E3B6CB85FF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7307" y="3567213"/>
            <a:ext cx="553998" cy="5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2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404719" y="4798393"/>
            <a:ext cx="484570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4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Дякую</a:t>
            </a:r>
            <a:r>
              <a:rPr lang="ru-RU" sz="4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4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увагу</a:t>
            </a:r>
            <a:endParaRPr lang="en-US" sz="44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157</Words>
  <Application>Microsoft Office PowerPoint</Application>
  <PresentationFormat>Широкий екран</PresentationFormat>
  <Paragraphs>34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Human resources slide 1</vt:lpstr>
      <vt:lpstr>Human resources slide 2</vt:lpstr>
      <vt:lpstr>Human resources slide 4</vt:lpstr>
      <vt:lpstr>Human resources slide 8</vt:lpstr>
      <vt:lpstr>Human resources slide 5</vt:lpstr>
      <vt:lpstr>Human resources 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Asgard</dc:creator>
  <cp:lastModifiedBy>Дмитрий Пон</cp:lastModifiedBy>
  <cp:revision>4</cp:revision>
  <dcterms:created xsi:type="dcterms:W3CDTF">2022-01-19T22:30:16Z</dcterms:created>
  <dcterms:modified xsi:type="dcterms:W3CDTF">2026-01-24T12:44:05Z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